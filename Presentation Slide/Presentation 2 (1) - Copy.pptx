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notesMasterIdLst>
    <p:notesMasterId r:id="rId18"/>
  </p:notesMasterIdLst>
  <p:sldIdLst>
    <p:sldId id="256" r:id="rId2"/>
    <p:sldId id="266" r:id="rId3"/>
    <p:sldId id="267" r:id="rId4"/>
    <p:sldId id="265" r:id="rId5"/>
    <p:sldId id="268" r:id="rId6"/>
    <p:sldId id="257" r:id="rId7"/>
    <p:sldId id="269" r:id="rId8"/>
    <p:sldId id="270" r:id="rId9"/>
    <p:sldId id="271" r:id="rId10"/>
    <p:sldId id="272" r:id="rId11"/>
    <p:sldId id="261" r:id="rId12"/>
    <p:sldId id="262" r:id="rId13"/>
    <p:sldId id="273" r:id="rId14"/>
    <p:sldId id="274" r:id="rId15"/>
    <p:sldId id="275"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5877D-F5ED-4A50-A3EE-991E190B7745}" v="517" dt="2025-04-21T20:04:32.949"/>
    <p1510:client id="{07CE2903-403B-11C2-4374-6B8C83846E3A}" v="8" dt="2025-04-21T20:58:24.978"/>
    <p1510:client id="{CF05A0C5-4701-44EF-BB32-3DFB25FF6F2E}" v="2343" dt="2025-04-20T20:43:39.301"/>
    <p1510:client id="{FA9DF401-38A5-44B8-825E-83B070804F0C}" v="63" dt="2025-04-20T20:46:53.7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07CE2903-403B-11C2-4374-6B8C83846E3A}"/>
    <pc:docChg chg="modSld">
      <pc:chgData name="" userId="" providerId="" clId="Web-{07CE2903-403B-11C2-4374-6B8C83846E3A}" dt="2025-04-21T20:58:24.978" v="6" actId="1076"/>
      <pc:docMkLst>
        <pc:docMk/>
      </pc:docMkLst>
      <pc:sldChg chg="modSp">
        <pc:chgData name="" userId="" providerId="" clId="Web-{07CE2903-403B-11C2-4374-6B8C83846E3A}" dt="2025-04-21T20:57:23.521" v="1" actId="20577"/>
        <pc:sldMkLst>
          <pc:docMk/>
          <pc:sldMk cId="2526366514" sldId="266"/>
        </pc:sldMkLst>
        <pc:spChg chg="mod">
          <ac:chgData name="" userId="" providerId="" clId="Web-{07CE2903-403B-11C2-4374-6B8C83846E3A}" dt="2025-04-21T20:57:23.521" v="1" actId="20577"/>
          <ac:spMkLst>
            <pc:docMk/>
            <pc:sldMk cId="2526366514" sldId="266"/>
            <ac:spMk id="24" creationId="{A35E56C5-C47E-1814-1199-B9DEB48B052B}"/>
          </ac:spMkLst>
        </pc:spChg>
      </pc:sldChg>
      <pc:sldChg chg="modSp">
        <pc:chgData name="" userId="" providerId="" clId="Web-{07CE2903-403B-11C2-4374-6B8C83846E3A}" dt="2025-04-21T20:58:24.978" v="6" actId="1076"/>
        <pc:sldMkLst>
          <pc:docMk/>
          <pc:sldMk cId="3795180137" sldId="267"/>
        </pc:sldMkLst>
        <pc:spChg chg="mod">
          <ac:chgData name="" userId="" providerId="" clId="Web-{07CE2903-403B-11C2-4374-6B8C83846E3A}" dt="2025-04-21T20:58:21.556" v="5" actId="1076"/>
          <ac:spMkLst>
            <pc:docMk/>
            <pc:sldMk cId="3795180137" sldId="267"/>
            <ac:spMk id="2" creationId="{A1827CEA-58C5-49BE-D376-69A27F80BBA1}"/>
          </ac:spMkLst>
        </pc:spChg>
        <pc:spChg chg="mod">
          <ac:chgData name="" userId="" providerId="" clId="Web-{07CE2903-403B-11C2-4374-6B8C83846E3A}" dt="2025-04-21T20:58:24.978" v="6" actId="1076"/>
          <ac:spMkLst>
            <pc:docMk/>
            <pc:sldMk cId="3795180137" sldId="267"/>
            <ac:spMk id="3" creationId="{B3AD3B3F-7811-6BF6-A9F1-7FCF70530866}"/>
          </ac:spMkLst>
        </pc:spChg>
      </pc:sldChg>
    </pc:docChg>
  </pc:docChgLst>
  <pc:docChgLst>
    <pc:chgData name="Usman Yarma" userId="ae7e1287fc5afc9a" providerId="Windows Live" clId="Web-{CF05A0C5-4701-44EF-BB32-3DFB25FF6F2E}"/>
    <pc:docChg chg="addSld delSld modSld sldOrd">
      <pc:chgData name="Usman Yarma" userId="ae7e1287fc5afc9a" providerId="Windows Live" clId="Web-{CF05A0C5-4701-44EF-BB32-3DFB25FF6F2E}" dt="2025-04-20T20:43:39.301" v="1680" actId="14100"/>
      <pc:docMkLst>
        <pc:docMk/>
      </pc:docMkLst>
      <pc:sldChg chg="addSp delSp modSp">
        <pc:chgData name="Usman Yarma" userId="ae7e1287fc5afc9a" providerId="Windows Live" clId="Web-{CF05A0C5-4701-44EF-BB32-3DFB25FF6F2E}" dt="2025-04-20T20:35:17.138" v="1622" actId="20577"/>
        <pc:sldMkLst>
          <pc:docMk/>
          <pc:sldMk cId="109857222" sldId="256"/>
        </pc:sldMkLst>
        <pc:spChg chg="mod">
          <ac:chgData name="Usman Yarma" userId="ae7e1287fc5afc9a" providerId="Windows Live" clId="Web-{CF05A0C5-4701-44EF-BB32-3DFB25FF6F2E}" dt="2025-04-20T17:20:47.561" v="671" actId="14100"/>
          <ac:spMkLst>
            <pc:docMk/>
            <pc:sldMk cId="109857222" sldId="256"/>
            <ac:spMk id="2" creationId="{00000000-0000-0000-0000-000000000000}"/>
          </ac:spMkLst>
        </pc:spChg>
        <pc:spChg chg="mod">
          <ac:chgData name="Usman Yarma" userId="ae7e1287fc5afc9a" providerId="Windows Live" clId="Web-{CF05A0C5-4701-44EF-BB32-3DFB25FF6F2E}" dt="2025-04-20T15:58:07.427" v="312"/>
          <ac:spMkLst>
            <pc:docMk/>
            <pc:sldMk cId="109857222" sldId="256"/>
            <ac:spMk id="3" creationId="{00000000-0000-0000-0000-000000000000}"/>
          </ac:spMkLst>
        </pc:spChg>
        <pc:spChg chg="add mod">
          <ac:chgData name="Usman Yarma" userId="ae7e1287fc5afc9a" providerId="Windows Live" clId="Web-{CF05A0C5-4701-44EF-BB32-3DFB25FF6F2E}" dt="2025-04-20T20:35:17.138" v="1622" actId="20577"/>
          <ac:spMkLst>
            <pc:docMk/>
            <pc:sldMk cId="109857222" sldId="256"/>
            <ac:spMk id="5" creationId="{4F2555AB-D60C-95D3-190B-4944CF603A53}"/>
          </ac:spMkLst>
        </pc:spChg>
        <pc:spChg chg="del">
          <ac:chgData name="Usman Yarma" userId="ae7e1287fc5afc9a" providerId="Windows Live" clId="Web-{CF05A0C5-4701-44EF-BB32-3DFB25FF6F2E}" dt="2025-04-20T15:05:58.149" v="17"/>
          <ac:spMkLst>
            <pc:docMk/>
            <pc:sldMk cId="109857222" sldId="256"/>
            <ac:spMk id="17" creationId="{6C3F8B84-B8A4-E00A-E08E-B34499E6207D}"/>
          </ac:spMkLst>
        </pc:spChg>
        <pc:spChg chg="del">
          <ac:chgData name="Usman Yarma" userId="ae7e1287fc5afc9a" providerId="Windows Live" clId="Web-{CF05A0C5-4701-44EF-BB32-3DFB25FF6F2E}" dt="2025-04-20T15:05:55.884" v="16"/>
          <ac:spMkLst>
            <pc:docMk/>
            <pc:sldMk cId="109857222" sldId="256"/>
            <ac:spMk id="18" creationId="{87E5C657-9F4E-E5D0-E5EC-27063AADE381}"/>
          </ac:spMkLst>
        </pc:spChg>
        <pc:spChg chg="del">
          <ac:chgData name="Usman Yarma" userId="ae7e1287fc5afc9a" providerId="Windows Live" clId="Web-{CF05A0C5-4701-44EF-BB32-3DFB25FF6F2E}" dt="2025-04-20T15:05:53.821" v="15"/>
          <ac:spMkLst>
            <pc:docMk/>
            <pc:sldMk cId="109857222" sldId="256"/>
            <ac:spMk id="19" creationId="{FA6EEB84-E091-7210-24C2-6D1203FB0062}"/>
          </ac:spMkLst>
        </pc:spChg>
        <pc:spChg chg="del">
          <ac:chgData name="Usman Yarma" userId="ae7e1287fc5afc9a" providerId="Windows Live" clId="Web-{CF05A0C5-4701-44EF-BB32-3DFB25FF6F2E}" dt="2025-04-20T15:05:51.852" v="14"/>
          <ac:spMkLst>
            <pc:docMk/>
            <pc:sldMk cId="109857222" sldId="256"/>
            <ac:spMk id="20" creationId="{2D852616-7935-325C-13B0-7261D6DF4739}"/>
          </ac:spMkLst>
        </pc:spChg>
        <pc:spChg chg="del">
          <ac:chgData name="Usman Yarma" userId="ae7e1287fc5afc9a" providerId="Windows Live" clId="Web-{CF05A0C5-4701-44EF-BB32-3DFB25FF6F2E}" dt="2025-04-20T15:05:49.555" v="13"/>
          <ac:spMkLst>
            <pc:docMk/>
            <pc:sldMk cId="109857222" sldId="256"/>
            <ac:spMk id="21" creationId="{A4E36C74-1C71-87AA-9BD4-BE4091165044}"/>
          </ac:spMkLst>
        </pc:spChg>
        <pc:spChg chg="del">
          <ac:chgData name="Usman Yarma" userId="ae7e1287fc5afc9a" providerId="Windows Live" clId="Web-{CF05A0C5-4701-44EF-BB32-3DFB25FF6F2E}" dt="2025-04-20T15:05:47.946" v="12"/>
          <ac:spMkLst>
            <pc:docMk/>
            <pc:sldMk cId="109857222" sldId="256"/>
            <ac:spMk id="22" creationId="{56141490-9851-7FE2-4EC2-D3827BC4FBA5}"/>
          </ac:spMkLst>
        </pc:spChg>
        <pc:spChg chg="add">
          <ac:chgData name="Usman Yarma" userId="ae7e1287fc5afc9a" providerId="Windows Live" clId="Web-{CF05A0C5-4701-44EF-BB32-3DFB25FF6F2E}" dt="2025-04-20T15:58:07.427" v="312"/>
          <ac:spMkLst>
            <pc:docMk/>
            <pc:sldMk cId="109857222" sldId="256"/>
            <ac:spMk id="23" creationId="{0671A8AE-40A1-4631-A6B8-581AFF065482}"/>
          </ac:spMkLst>
        </pc:spChg>
        <pc:spChg chg="add">
          <ac:chgData name="Usman Yarma" userId="ae7e1287fc5afc9a" providerId="Windows Live" clId="Web-{CF05A0C5-4701-44EF-BB32-3DFB25FF6F2E}" dt="2025-04-20T15:58:07.427" v="312"/>
          <ac:spMkLst>
            <pc:docMk/>
            <pc:sldMk cId="109857222" sldId="256"/>
            <ac:spMk id="24" creationId="{AB58EF07-17C2-48CF-ABB0-EEF1F17CB8F0}"/>
          </ac:spMkLst>
        </pc:spChg>
        <pc:spChg chg="add mod">
          <ac:chgData name="Usman Yarma" userId="ae7e1287fc5afc9a" providerId="Windows Live" clId="Web-{CF05A0C5-4701-44EF-BB32-3DFB25FF6F2E}" dt="2025-04-20T19:26:40.191" v="1317"/>
          <ac:spMkLst>
            <pc:docMk/>
            <pc:sldMk cId="109857222" sldId="256"/>
            <ac:spMk id="25" creationId="{AF2F604E-43BE-4DC3-B983-E071523364F8}"/>
          </ac:spMkLst>
        </pc:spChg>
        <pc:spChg chg="add">
          <ac:chgData name="Usman Yarma" userId="ae7e1287fc5afc9a" providerId="Windows Live" clId="Web-{CF05A0C5-4701-44EF-BB32-3DFB25FF6F2E}" dt="2025-04-20T15:58:07.427" v="312"/>
          <ac:spMkLst>
            <pc:docMk/>
            <pc:sldMk cId="109857222" sldId="256"/>
            <ac:spMk id="26" creationId="{08C9B587-E65E-4B52-B37C-ABEBB6E87928}"/>
          </ac:spMkLst>
        </pc:spChg>
        <pc:picChg chg="add mod ord">
          <ac:chgData name="Usman Yarma" userId="ae7e1287fc5afc9a" providerId="Windows Live" clId="Web-{CF05A0C5-4701-44EF-BB32-3DFB25FF6F2E}" dt="2025-04-20T16:15:22.234" v="335" actId="1076"/>
          <ac:picMkLst>
            <pc:docMk/>
            <pc:sldMk cId="109857222" sldId="256"/>
            <ac:picMk id="4" creationId="{1C1D4668-B3E0-E7AC-6055-B400A0A6B0BB}"/>
          </ac:picMkLst>
        </pc:picChg>
        <pc:picChg chg="del">
          <ac:chgData name="Usman Yarma" userId="ae7e1287fc5afc9a" providerId="Windows Live" clId="Web-{CF05A0C5-4701-44EF-BB32-3DFB25FF6F2E}" dt="2025-04-20T15:18:54.009" v="69"/>
          <ac:picMkLst>
            <pc:docMk/>
            <pc:sldMk cId="109857222" sldId="256"/>
            <ac:picMk id="6" creationId="{D5F92B53-B898-D4BF-7E91-B1F53D2B5FE9}"/>
          </ac:picMkLst>
        </pc:picChg>
        <pc:picChg chg="del">
          <ac:chgData name="Usman Yarma" userId="ae7e1287fc5afc9a" providerId="Windows Live" clId="Web-{CF05A0C5-4701-44EF-BB32-3DFB25FF6F2E}" dt="2025-04-20T15:18:55.384" v="70"/>
          <ac:picMkLst>
            <pc:docMk/>
            <pc:sldMk cId="109857222" sldId="256"/>
            <ac:picMk id="7" creationId="{D02EFF87-5C8A-EB12-B8AF-CA43067BC82D}"/>
          </ac:picMkLst>
        </pc:picChg>
        <pc:picChg chg="del">
          <ac:chgData name="Usman Yarma" userId="ae7e1287fc5afc9a" providerId="Windows Live" clId="Web-{CF05A0C5-4701-44EF-BB32-3DFB25FF6F2E}" dt="2025-04-20T15:18:56.666" v="71"/>
          <ac:picMkLst>
            <pc:docMk/>
            <pc:sldMk cId="109857222" sldId="256"/>
            <ac:picMk id="9" creationId="{08E489EB-E8BE-4BCA-F39C-937E4624E3E9}"/>
          </ac:picMkLst>
        </pc:picChg>
        <pc:picChg chg="del">
          <ac:chgData name="Usman Yarma" userId="ae7e1287fc5afc9a" providerId="Windows Live" clId="Web-{CF05A0C5-4701-44EF-BB32-3DFB25FF6F2E}" dt="2025-04-20T15:18:58.322" v="72"/>
          <ac:picMkLst>
            <pc:docMk/>
            <pc:sldMk cId="109857222" sldId="256"/>
            <ac:picMk id="11" creationId="{3A9CB124-88E3-BADC-D775-2DB9B297FE9E}"/>
          </ac:picMkLst>
        </pc:picChg>
        <pc:picChg chg="del">
          <ac:chgData name="Usman Yarma" userId="ae7e1287fc5afc9a" providerId="Windows Live" clId="Web-{CF05A0C5-4701-44EF-BB32-3DFB25FF6F2E}" dt="2025-04-20T15:18:59.572" v="73"/>
          <ac:picMkLst>
            <pc:docMk/>
            <pc:sldMk cId="109857222" sldId="256"/>
            <ac:picMk id="14" creationId="{68EEDB03-9AC4-6D20-A628-D5CB53D12256}"/>
          </ac:picMkLst>
        </pc:picChg>
        <pc:picChg chg="del">
          <ac:chgData name="Usman Yarma" userId="ae7e1287fc5afc9a" providerId="Windows Live" clId="Web-{CF05A0C5-4701-44EF-BB32-3DFB25FF6F2E}" dt="2025-04-20T15:18:50.572" v="68"/>
          <ac:picMkLst>
            <pc:docMk/>
            <pc:sldMk cId="109857222" sldId="256"/>
            <ac:picMk id="15" creationId="{2233FC79-84BE-79AB-279A-06F22D67A421}"/>
          </ac:picMkLst>
        </pc:picChg>
      </pc:sldChg>
      <pc:sldChg chg="addSp delSp modSp mod setBg modClrScheme setClrOvrMap chgLayout">
        <pc:chgData name="Usman Yarma" userId="ae7e1287fc5afc9a" providerId="Windows Live" clId="Web-{CF05A0C5-4701-44EF-BB32-3DFB25FF6F2E}" dt="2025-04-20T17:59:42.477" v="772"/>
        <pc:sldMkLst>
          <pc:docMk/>
          <pc:sldMk cId="3626523404" sldId="257"/>
        </pc:sldMkLst>
        <pc:spChg chg="del mod">
          <ac:chgData name="Usman Yarma" userId="ae7e1287fc5afc9a" providerId="Windows Live" clId="Web-{CF05A0C5-4701-44EF-BB32-3DFB25FF6F2E}" dt="2025-04-20T17:17:27.991" v="648"/>
          <ac:spMkLst>
            <pc:docMk/>
            <pc:sldMk cId="3626523404" sldId="257"/>
            <ac:spMk id="2" creationId="{1FE59D8D-40F0-1734-E513-F2F6077FD64B}"/>
          </ac:spMkLst>
        </pc:spChg>
        <pc:spChg chg="del mod">
          <ac:chgData name="Usman Yarma" userId="ae7e1287fc5afc9a" providerId="Windows Live" clId="Web-{CF05A0C5-4701-44EF-BB32-3DFB25FF6F2E}" dt="2025-04-20T17:17:27.991" v="648"/>
          <ac:spMkLst>
            <pc:docMk/>
            <pc:sldMk cId="3626523404" sldId="257"/>
            <ac:spMk id="3" creationId="{45E65EB2-9046-C0CC-CC82-B1250CFC1A5D}"/>
          </ac:spMkLst>
        </pc:spChg>
        <pc:spChg chg="add mod">
          <ac:chgData name="Usman Yarma" userId="ae7e1287fc5afc9a" providerId="Windows Live" clId="Web-{CF05A0C5-4701-44EF-BB32-3DFB25FF6F2E}" dt="2025-04-20T17:59:42.477" v="772"/>
          <ac:spMkLst>
            <pc:docMk/>
            <pc:sldMk cId="3626523404" sldId="257"/>
            <ac:spMk id="4" creationId="{0AA618C6-D1DF-AE04-A40E-68106954F96B}"/>
          </ac:spMkLst>
        </pc:spChg>
        <pc:spChg chg="add del mod">
          <ac:chgData name="Usman Yarma" userId="ae7e1287fc5afc9a" providerId="Windows Live" clId="Web-{CF05A0C5-4701-44EF-BB32-3DFB25FF6F2E}" dt="2025-04-20T17:27:14.965" v="674"/>
          <ac:spMkLst>
            <pc:docMk/>
            <pc:sldMk cId="3626523404" sldId="257"/>
            <ac:spMk id="5" creationId="{C5703180-59D3-72F7-A586-319ACB45828A}"/>
          </ac:spMkLst>
        </pc:spChg>
        <pc:spChg chg="add del">
          <ac:chgData name="Usman Yarma" userId="ae7e1287fc5afc9a" providerId="Windows Live" clId="Web-{CF05A0C5-4701-44EF-BB32-3DFB25FF6F2E}" dt="2025-04-20T17:28:11.811" v="679"/>
          <ac:spMkLst>
            <pc:docMk/>
            <pc:sldMk cId="3626523404" sldId="257"/>
            <ac:spMk id="6" creationId="{378CEC02-D19A-2EE2-E8C2-049E2F54CC09}"/>
          </ac:spMkLst>
        </pc:spChg>
        <pc:spChg chg="add del">
          <ac:chgData name="Usman Yarma" userId="ae7e1287fc5afc9a" providerId="Windows Live" clId="Web-{CF05A0C5-4701-44EF-BB32-3DFB25FF6F2E}" dt="2025-04-20T17:59:42.477" v="771"/>
          <ac:spMkLst>
            <pc:docMk/>
            <pc:sldMk cId="3626523404" sldId="257"/>
            <ac:spMk id="33" creationId="{F6E384F5-137A-40B1-97F0-694CC6ECD59C}"/>
          </ac:spMkLst>
        </pc:spChg>
        <pc:spChg chg="add del">
          <ac:chgData name="Usman Yarma" userId="ae7e1287fc5afc9a" providerId="Windows Live" clId="Web-{CF05A0C5-4701-44EF-BB32-3DFB25FF6F2E}" dt="2025-04-20T17:59:42.477" v="771"/>
          <ac:spMkLst>
            <pc:docMk/>
            <pc:sldMk cId="3626523404" sldId="257"/>
            <ac:spMk id="35" creationId="{9DBC4630-03DA-474F-BBCB-BA3AE6B317A4}"/>
          </ac:spMkLst>
        </pc:spChg>
        <pc:spChg chg="add del">
          <ac:chgData name="Usman Yarma" userId="ae7e1287fc5afc9a" providerId="Windows Live" clId="Web-{CF05A0C5-4701-44EF-BB32-3DFB25FF6F2E}" dt="2025-04-20T17:59:42.477" v="771"/>
          <ac:spMkLst>
            <pc:docMk/>
            <pc:sldMk cId="3626523404" sldId="257"/>
            <ac:spMk id="37" creationId="{DB6FE6A8-3E05-4C40-9190-B19BFD524416}"/>
          </ac:spMkLst>
        </pc:spChg>
        <pc:spChg chg="add del">
          <ac:chgData name="Usman Yarma" userId="ae7e1287fc5afc9a" providerId="Windows Live" clId="Web-{CF05A0C5-4701-44EF-BB32-3DFB25FF6F2E}" dt="2025-04-20T17:59:42.477" v="771"/>
          <ac:spMkLst>
            <pc:docMk/>
            <pc:sldMk cId="3626523404" sldId="257"/>
            <ac:spMk id="39" creationId="{38315451-BA4E-4F56-BA8A-9CCCA5A0DC22}"/>
          </ac:spMkLst>
        </pc:spChg>
        <pc:spChg chg="add del">
          <ac:chgData name="Usman Yarma" userId="ae7e1287fc5afc9a" providerId="Windows Live" clId="Web-{CF05A0C5-4701-44EF-BB32-3DFB25FF6F2E}" dt="2025-04-20T17:59:42.477" v="771"/>
          <ac:spMkLst>
            <pc:docMk/>
            <pc:sldMk cId="3626523404" sldId="257"/>
            <ac:spMk id="41" creationId="{5665E03E-3504-4366-BFC7-0CDEDC637069}"/>
          </ac:spMkLst>
        </pc:spChg>
        <pc:spChg chg="add del">
          <ac:chgData name="Usman Yarma" userId="ae7e1287fc5afc9a" providerId="Windows Live" clId="Web-{CF05A0C5-4701-44EF-BB32-3DFB25FF6F2E}" dt="2025-04-20T17:59:42.477" v="771"/>
          <ac:spMkLst>
            <pc:docMk/>
            <pc:sldMk cId="3626523404" sldId="257"/>
            <ac:spMk id="45" creationId="{A9A95DA0-8F7C-4AB7-B890-22075705D2D3}"/>
          </ac:spMkLst>
        </pc:spChg>
        <pc:spChg chg="add del">
          <ac:chgData name="Usman Yarma" userId="ae7e1287fc5afc9a" providerId="Windows Live" clId="Web-{CF05A0C5-4701-44EF-BB32-3DFB25FF6F2E}" dt="2025-04-20T17:59:42.477" v="771"/>
          <ac:spMkLst>
            <pc:docMk/>
            <pc:sldMk cId="3626523404" sldId="257"/>
            <ac:spMk id="47" creationId="{6B9D64DB-4D5C-4A91-B45F-F301E3174F9F}"/>
          </ac:spMkLst>
        </pc:spChg>
        <pc:spChg chg="add del">
          <ac:chgData name="Usman Yarma" userId="ae7e1287fc5afc9a" providerId="Windows Live" clId="Web-{CF05A0C5-4701-44EF-BB32-3DFB25FF6F2E}" dt="2025-04-20T17:59:42.477" v="771"/>
          <ac:spMkLst>
            <pc:docMk/>
            <pc:sldMk cId="3626523404" sldId="257"/>
            <ac:spMk id="49" creationId="{E2193FF3-0731-4CB1-A0ED-1F3321A42090}"/>
          </ac:spMkLst>
        </pc:spChg>
        <pc:spChg chg="add del">
          <ac:chgData name="Usman Yarma" userId="ae7e1287fc5afc9a" providerId="Windows Live" clId="Web-{CF05A0C5-4701-44EF-BB32-3DFB25FF6F2E}" dt="2025-04-20T17:59:42.477" v="771"/>
          <ac:spMkLst>
            <pc:docMk/>
            <pc:sldMk cId="3626523404" sldId="257"/>
            <ac:spMk id="51" creationId="{CB14CE1B-4BC5-4EF2-BE3D-05E4F580B3DB}"/>
          </ac:spMkLst>
        </pc:spChg>
        <pc:spChg chg="add del">
          <ac:chgData name="Usman Yarma" userId="ae7e1287fc5afc9a" providerId="Windows Live" clId="Web-{CF05A0C5-4701-44EF-BB32-3DFB25FF6F2E}" dt="2025-04-20T17:59:42.477" v="771"/>
          <ac:spMkLst>
            <pc:docMk/>
            <pc:sldMk cId="3626523404" sldId="257"/>
            <ac:spMk id="53" creationId="{A1CCC4E2-0E38-41AA-A1C5-DBB03438714F}"/>
          </ac:spMkLst>
        </pc:spChg>
        <pc:picChg chg="add mod ord">
          <ac:chgData name="Usman Yarma" userId="ae7e1287fc5afc9a" providerId="Windows Live" clId="Web-{CF05A0C5-4701-44EF-BB32-3DFB25FF6F2E}" dt="2025-04-20T17:58:43.647" v="768"/>
          <ac:picMkLst>
            <pc:docMk/>
            <pc:sldMk cId="3626523404" sldId="257"/>
            <ac:picMk id="7" creationId="{5E587249-CD77-9EBD-D459-3F4682AE44B6}"/>
          </ac:picMkLst>
        </pc:picChg>
        <pc:picChg chg="add del mod">
          <ac:chgData name="Usman Yarma" userId="ae7e1287fc5afc9a" providerId="Windows Live" clId="Web-{CF05A0C5-4701-44EF-BB32-3DFB25FF6F2E}" dt="2025-04-20T17:29:37.611" v="681"/>
          <ac:picMkLst>
            <pc:docMk/>
            <pc:sldMk cId="3626523404" sldId="257"/>
            <ac:picMk id="8" creationId="{A450DDC5-1B60-4CF3-8C09-F4AAA1B77490}"/>
          </ac:picMkLst>
        </pc:picChg>
        <pc:picChg chg="add del mod">
          <ac:chgData name="Usman Yarma" userId="ae7e1287fc5afc9a" providerId="Windows Live" clId="Web-{CF05A0C5-4701-44EF-BB32-3DFB25FF6F2E}" dt="2025-04-20T17:30:11.549" v="684"/>
          <ac:picMkLst>
            <pc:docMk/>
            <pc:sldMk cId="3626523404" sldId="257"/>
            <ac:picMk id="9" creationId="{3B422A99-C67B-D7A4-A14C-B803E9B286B1}"/>
          </ac:picMkLst>
        </pc:picChg>
        <pc:picChg chg="add del mod">
          <ac:chgData name="Usman Yarma" userId="ae7e1287fc5afc9a" providerId="Windows Live" clId="Web-{CF05A0C5-4701-44EF-BB32-3DFB25FF6F2E}" dt="2025-04-20T17:30:28.862" v="686"/>
          <ac:picMkLst>
            <pc:docMk/>
            <pc:sldMk cId="3626523404" sldId="257"/>
            <ac:picMk id="10" creationId="{678FDBFD-A3EB-087A-2F2C-1BEBD7CEF87F}"/>
          </ac:picMkLst>
        </pc:picChg>
        <pc:picChg chg="add del mod ord">
          <ac:chgData name="Usman Yarma" userId="ae7e1287fc5afc9a" providerId="Windows Live" clId="Web-{CF05A0C5-4701-44EF-BB32-3DFB25FF6F2E}" dt="2025-04-20T17:58:43.647" v="768"/>
          <ac:picMkLst>
            <pc:docMk/>
            <pc:sldMk cId="3626523404" sldId="257"/>
            <ac:picMk id="11" creationId="{C15D78EF-D6F6-4667-3972-91C6CC5A706B}"/>
          </ac:picMkLst>
        </pc:picChg>
        <pc:picChg chg="add mod ord">
          <ac:chgData name="Usman Yarma" userId="ae7e1287fc5afc9a" providerId="Windows Live" clId="Web-{CF05A0C5-4701-44EF-BB32-3DFB25FF6F2E}" dt="2025-04-20T17:58:43.647" v="768"/>
          <ac:picMkLst>
            <pc:docMk/>
            <pc:sldMk cId="3626523404" sldId="257"/>
            <ac:picMk id="12" creationId="{5221E87B-98D4-65A5-B7E2-C5EE51A2A4B9}"/>
          </ac:picMkLst>
        </pc:picChg>
        <pc:picChg chg="add mod">
          <ac:chgData name="Usman Yarma" userId="ae7e1287fc5afc9a" providerId="Windows Live" clId="Web-{CF05A0C5-4701-44EF-BB32-3DFB25FF6F2E}" dt="2025-04-20T17:58:43.647" v="768"/>
          <ac:picMkLst>
            <pc:docMk/>
            <pc:sldMk cId="3626523404" sldId="257"/>
            <ac:picMk id="13" creationId="{3AD1CAC8-3F8C-5E67-E145-23B561FC9480}"/>
          </ac:picMkLst>
        </pc:picChg>
        <pc:picChg chg="add del mod">
          <ac:chgData name="Usman Yarma" userId="ae7e1287fc5afc9a" providerId="Windows Live" clId="Web-{CF05A0C5-4701-44EF-BB32-3DFB25FF6F2E}" dt="2025-04-20T17:58:43.647" v="768"/>
          <ac:picMkLst>
            <pc:docMk/>
            <pc:sldMk cId="3626523404" sldId="257"/>
            <ac:picMk id="14" creationId="{93BA143D-7917-6619-2E10-9B88B5936989}"/>
          </ac:picMkLst>
        </pc:picChg>
        <pc:picChg chg="add del mod">
          <ac:chgData name="Usman Yarma" userId="ae7e1287fc5afc9a" providerId="Windows Live" clId="Web-{CF05A0C5-4701-44EF-BB32-3DFB25FF6F2E}" dt="2025-04-20T17:58:16.927" v="765"/>
          <ac:picMkLst>
            <pc:docMk/>
            <pc:sldMk cId="3626523404" sldId="257"/>
            <ac:picMk id="15" creationId="{63B40B0C-47DB-E92F-EFA3-9FB0F17EEB14}"/>
          </ac:picMkLst>
        </pc:picChg>
        <pc:picChg chg="add del mod">
          <ac:chgData name="Usman Yarma" userId="ae7e1287fc5afc9a" providerId="Windows Live" clId="Web-{CF05A0C5-4701-44EF-BB32-3DFB25FF6F2E}" dt="2025-04-20T17:56:07.360" v="741"/>
          <ac:picMkLst>
            <pc:docMk/>
            <pc:sldMk cId="3626523404" sldId="257"/>
            <ac:picMk id="16" creationId="{9354633C-209F-5839-9071-49F587891A3F}"/>
          </ac:picMkLst>
        </pc:picChg>
        <pc:picChg chg="add del mod">
          <ac:chgData name="Usman Yarma" userId="ae7e1287fc5afc9a" providerId="Windows Live" clId="Web-{CF05A0C5-4701-44EF-BB32-3DFB25FF6F2E}" dt="2025-04-20T17:58:43.647" v="768"/>
          <ac:picMkLst>
            <pc:docMk/>
            <pc:sldMk cId="3626523404" sldId="257"/>
            <ac:picMk id="17" creationId="{98D5DE50-710A-F724-C324-6E89E033930C}"/>
          </ac:picMkLst>
        </pc:picChg>
        <pc:picChg chg="add del mod">
          <ac:chgData name="Usman Yarma" userId="ae7e1287fc5afc9a" providerId="Windows Live" clId="Web-{CF05A0C5-4701-44EF-BB32-3DFB25FF6F2E}" dt="2025-04-20T17:57:42.957" v="757"/>
          <ac:picMkLst>
            <pc:docMk/>
            <pc:sldMk cId="3626523404" sldId="257"/>
            <ac:picMk id="18" creationId="{A1A3F7ED-3191-F0C8-BE09-235F9C67C9D9}"/>
          </ac:picMkLst>
        </pc:picChg>
        <pc:cxnChg chg="add del">
          <ac:chgData name="Usman Yarma" userId="ae7e1287fc5afc9a" providerId="Windows Live" clId="Web-{CF05A0C5-4701-44EF-BB32-3DFB25FF6F2E}" dt="2025-04-20T17:59:42.477" v="772"/>
          <ac:cxnSpMkLst>
            <pc:docMk/>
            <pc:sldMk cId="3626523404" sldId="257"/>
            <ac:cxnSpMk id="22" creationId="{DC034BB4-8B50-4484-85C4-0CE4699284D7}"/>
          </ac:cxnSpMkLst>
        </pc:cxnChg>
        <pc:cxnChg chg="add del">
          <ac:chgData name="Usman Yarma" userId="ae7e1287fc5afc9a" providerId="Windows Live" clId="Web-{CF05A0C5-4701-44EF-BB32-3DFB25FF6F2E}" dt="2025-04-20T17:59:42.477" v="772"/>
          <ac:cxnSpMkLst>
            <pc:docMk/>
            <pc:sldMk cId="3626523404" sldId="257"/>
            <ac:cxnSpMk id="24" creationId="{81B200F7-B57A-4824-BB91-B6624450A5AC}"/>
          </ac:cxnSpMkLst>
        </pc:cxnChg>
        <pc:cxnChg chg="add del">
          <ac:chgData name="Usman Yarma" userId="ae7e1287fc5afc9a" providerId="Windows Live" clId="Web-{CF05A0C5-4701-44EF-BB32-3DFB25FF6F2E}" dt="2025-04-20T17:59:42.477" v="772"/>
          <ac:cxnSpMkLst>
            <pc:docMk/>
            <pc:sldMk cId="3626523404" sldId="257"/>
            <ac:cxnSpMk id="26" creationId="{FA92245C-961F-47D5-9691-272D28692D45}"/>
          </ac:cxnSpMkLst>
        </pc:cxnChg>
        <pc:cxnChg chg="add">
          <ac:chgData name="Usman Yarma" userId="ae7e1287fc5afc9a" providerId="Windows Live" clId="Web-{CF05A0C5-4701-44EF-BB32-3DFB25FF6F2E}" dt="2025-04-20T17:59:42.477" v="772"/>
          <ac:cxnSpMkLst>
            <pc:docMk/>
            <pc:sldMk cId="3626523404" sldId="257"/>
            <ac:cxnSpMk id="55" creationId="{DC034BB4-8B50-4484-85C4-0CE4699284D7}"/>
          </ac:cxnSpMkLst>
        </pc:cxnChg>
        <pc:cxnChg chg="add">
          <ac:chgData name="Usman Yarma" userId="ae7e1287fc5afc9a" providerId="Windows Live" clId="Web-{CF05A0C5-4701-44EF-BB32-3DFB25FF6F2E}" dt="2025-04-20T17:59:42.477" v="772"/>
          <ac:cxnSpMkLst>
            <pc:docMk/>
            <pc:sldMk cId="3626523404" sldId="257"/>
            <ac:cxnSpMk id="56" creationId="{81B200F7-B57A-4824-BB91-B6624450A5AC}"/>
          </ac:cxnSpMkLst>
        </pc:cxnChg>
        <pc:cxnChg chg="add">
          <ac:chgData name="Usman Yarma" userId="ae7e1287fc5afc9a" providerId="Windows Live" clId="Web-{CF05A0C5-4701-44EF-BB32-3DFB25FF6F2E}" dt="2025-04-20T17:59:42.477" v="772"/>
          <ac:cxnSpMkLst>
            <pc:docMk/>
            <pc:sldMk cId="3626523404" sldId="257"/>
            <ac:cxnSpMk id="57" creationId="{FA92245C-961F-47D5-9691-272D28692D45}"/>
          </ac:cxnSpMkLst>
        </pc:cxnChg>
      </pc:sldChg>
      <pc:sldChg chg="del">
        <pc:chgData name="Usman Yarma" userId="ae7e1287fc5afc9a" providerId="Windows Live" clId="Web-{CF05A0C5-4701-44EF-BB32-3DFB25FF6F2E}" dt="2025-04-20T19:28:39.258" v="1321"/>
        <pc:sldMkLst>
          <pc:docMk/>
          <pc:sldMk cId="712166877" sldId="259"/>
        </pc:sldMkLst>
      </pc:sldChg>
      <pc:sldChg chg="del">
        <pc:chgData name="Usman Yarma" userId="ae7e1287fc5afc9a" providerId="Windows Live" clId="Web-{CF05A0C5-4701-44EF-BB32-3DFB25FF6F2E}" dt="2025-04-20T19:30:10.904" v="1322"/>
        <pc:sldMkLst>
          <pc:docMk/>
          <pc:sldMk cId="1004059285" sldId="260"/>
        </pc:sldMkLst>
      </pc:sldChg>
      <pc:sldChg chg="addSp delSp modSp">
        <pc:chgData name="Usman Yarma" userId="ae7e1287fc5afc9a" providerId="Windows Live" clId="Web-{CF05A0C5-4701-44EF-BB32-3DFB25FF6F2E}" dt="2025-04-20T19:42:00.760" v="1378" actId="1076"/>
        <pc:sldMkLst>
          <pc:docMk/>
          <pc:sldMk cId="908913435" sldId="261"/>
        </pc:sldMkLst>
        <pc:spChg chg="add mod">
          <ac:chgData name="Usman Yarma" userId="ae7e1287fc5afc9a" providerId="Windows Live" clId="Web-{CF05A0C5-4701-44EF-BB32-3DFB25FF6F2E}" dt="2025-04-20T19:31:50.564" v="1342" actId="1076"/>
          <ac:spMkLst>
            <pc:docMk/>
            <pc:sldMk cId="908913435" sldId="261"/>
            <ac:spMk id="2" creationId="{DE880BE5-A8FA-4A7F-D23D-591BE9D04046}"/>
          </ac:spMkLst>
        </pc:spChg>
        <pc:spChg chg="add mod">
          <ac:chgData name="Usman Yarma" userId="ae7e1287fc5afc9a" providerId="Windows Live" clId="Web-{CF05A0C5-4701-44EF-BB32-3DFB25FF6F2E}" dt="2025-04-20T19:39:42.177" v="1372" actId="20577"/>
          <ac:spMkLst>
            <pc:docMk/>
            <pc:sldMk cId="908913435" sldId="261"/>
            <ac:spMk id="3" creationId="{DFFDA9AB-67C1-58AA-015C-6B831C492C6D}"/>
          </ac:spMkLst>
        </pc:spChg>
        <pc:picChg chg="add del mod">
          <ac:chgData name="Usman Yarma" userId="ae7e1287fc5afc9a" providerId="Windows Live" clId="Web-{CF05A0C5-4701-44EF-BB32-3DFB25FF6F2E}" dt="2025-04-20T19:40:23.710" v="1374"/>
          <ac:picMkLst>
            <pc:docMk/>
            <pc:sldMk cId="908913435" sldId="261"/>
            <ac:picMk id="4" creationId="{7E094A61-FBEF-8D87-8338-50BA4F86C538}"/>
          </ac:picMkLst>
        </pc:picChg>
        <pc:picChg chg="add mod">
          <ac:chgData name="Usman Yarma" userId="ae7e1287fc5afc9a" providerId="Windows Live" clId="Web-{CF05A0C5-4701-44EF-BB32-3DFB25FF6F2E}" dt="2025-04-20T19:42:00.760" v="1378" actId="1076"/>
          <ac:picMkLst>
            <pc:docMk/>
            <pc:sldMk cId="908913435" sldId="261"/>
            <ac:picMk id="5" creationId="{EDD0C10A-4935-A4EF-2CBB-930DDAFAB247}"/>
          </ac:picMkLst>
        </pc:picChg>
      </pc:sldChg>
      <pc:sldChg chg="addSp modSp">
        <pc:chgData name="Usman Yarma" userId="ae7e1287fc5afc9a" providerId="Windows Live" clId="Web-{CF05A0C5-4701-44EF-BB32-3DFB25FF6F2E}" dt="2025-04-20T19:46:59.585" v="1455" actId="1076"/>
        <pc:sldMkLst>
          <pc:docMk/>
          <pc:sldMk cId="3460398781" sldId="262"/>
        </pc:sldMkLst>
        <pc:spChg chg="add mod">
          <ac:chgData name="Usman Yarma" userId="ae7e1287fc5afc9a" providerId="Windows Live" clId="Web-{CF05A0C5-4701-44EF-BB32-3DFB25FF6F2E}" dt="2025-04-20T19:42:49.044" v="1393" actId="1076"/>
          <ac:spMkLst>
            <pc:docMk/>
            <pc:sldMk cId="3460398781" sldId="262"/>
            <ac:spMk id="2" creationId="{D9F240BA-F36E-C66D-8285-C54AAE74E709}"/>
          </ac:spMkLst>
        </pc:spChg>
        <pc:spChg chg="add mod">
          <ac:chgData name="Usman Yarma" userId="ae7e1287fc5afc9a" providerId="Windows Live" clId="Web-{CF05A0C5-4701-44EF-BB32-3DFB25FF6F2E}" dt="2025-04-20T19:44:11.735" v="1415" actId="20577"/>
          <ac:spMkLst>
            <pc:docMk/>
            <pc:sldMk cId="3460398781" sldId="262"/>
            <ac:spMk id="3" creationId="{47E4971A-C430-383C-5965-4587C9AD1246}"/>
          </ac:spMkLst>
        </pc:spChg>
        <pc:spChg chg="add mod">
          <ac:chgData name="Usman Yarma" userId="ae7e1287fc5afc9a" providerId="Windows Live" clId="Web-{CF05A0C5-4701-44EF-BB32-3DFB25FF6F2E}" dt="2025-04-20T19:45:31.113" v="1448" actId="1076"/>
          <ac:spMkLst>
            <pc:docMk/>
            <pc:sldMk cId="3460398781" sldId="262"/>
            <ac:spMk id="4" creationId="{59AF4964-9FF0-D2FF-94AD-7FB817A4576E}"/>
          </ac:spMkLst>
        </pc:spChg>
        <pc:picChg chg="add mod">
          <ac:chgData name="Usman Yarma" userId="ae7e1287fc5afc9a" providerId="Windows Live" clId="Web-{CF05A0C5-4701-44EF-BB32-3DFB25FF6F2E}" dt="2025-04-20T19:46:59.585" v="1455" actId="1076"/>
          <ac:picMkLst>
            <pc:docMk/>
            <pc:sldMk cId="3460398781" sldId="262"/>
            <ac:picMk id="5" creationId="{49A1E0AC-C437-09CA-1366-664FAE232962}"/>
          </ac:picMkLst>
        </pc:picChg>
      </pc:sldChg>
      <pc:sldChg chg="addSp delSp modSp mod ord setBg">
        <pc:chgData name="Usman Yarma" userId="ae7e1287fc5afc9a" providerId="Windows Live" clId="Web-{CF05A0C5-4701-44EF-BB32-3DFB25FF6F2E}" dt="2025-04-20T18:13:15.355" v="859" actId="20577"/>
        <pc:sldMkLst>
          <pc:docMk/>
          <pc:sldMk cId="813555856" sldId="265"/>
        </pc:sldMkLst>
        <pc:spChg chg="add mod">
          <ac:chgData name="Usman Yarma" userId="ae7e1287fc5afc9a" providerId="Windows Live" clId="Web-{CF05A0C5-4701-44EF-BB32-3DFB25FF6F2E}" dt="2025-04-20T18:13:15.355" v="859" actId="20577"/>
          <ac:spMkLst>
            <pc:docMk/>
            <pc:sldMk cId="813555856" sldId="265"/>
            <ac:spMk id="3" creationId="{C8E2AC2F-63B0-D1A3-5638-118B735BA822}"/>
          </ac:spMkLst>
        </pc:spChg>
        <pc:spChg chg="add del mod">
          <ac:chgData name="Usman Yarma" userId="ae7e1287fc5afc9a" providerId="Windows Live" clId="Web-{CF05A0C5-4701-44EF-BB32-3DFB25FF6F2E}" dt="2025-04-20T17:18:52.557" v="650" actId="20577"/>
          <ac:spMkLst>
            <pc:docMk/>
            <pc:sldMk cId="813555856" sldId="265"/>
            <ac:spMk id="4" creationId="{BC0EF6EA-6CCE-6977-9870-6DF44723641F}"/>
          </ac:spMkLst>
        </pc:spChg>
        <pc:spChg chg="add del mod">
          <ac:chgData name="Usman Yarma" userId="ae7e1287fc5afc9a" providerId="Windows Live" clId="Web-{CF05A0C5-4701-44EF-BB32-3DFB25FF6F2E}" dt="2025-04-20T17:05:12.528" v="555"/>
          <ac:spMkLst>
            <pc:docMk/>
            <pc:sldMk cId="813555856" sldId="265"/>
            <ac:spMk id="5" creationId="{E17C32E7-77EC-B7F7-A420-76827B060D98}"/>
          </ac:spMkLst>
        </pc:spChg>
        <pc:spChg chg="add">
          <ac:chgData name="Usman Yarma" userId="ae7e1287fc5afc9a" providerId="Windows Live" clId="Web-{CF05A0C5-4701-44EF-BB32-3DFB25FF6F2E}" dt="2025-04-20T17:06:05.280" v="558"/>
          <ac:spMkLst>
            <pc:docMk/>
            <pc:sldMk cId="813555856" sldId="265"/>
            <ac:spMk id="9" creationId="{CBB2B1F0-0DD6-4744-9A46-7A344FB48E40}"/>
          </ac:spMkLst>
        </pc:spChg>
        <pc:spChg chg="add del">
          <ac:chgData name="Usman Yarma" userId="ae7e1287fc5afc9a" providerId="Windows Live" clId="Web-{CF05A0C5-4701-44EF-BB32-3DFB25FF6F2E}" dt="2025-04-20T17:03:37.461" v="544"/>
          <ac:spMkLst>
            <pc:docMk/>
            <pc:sldMk cId="813555856" sldId="265"/>
            <ac:spMk id="10" creationId="{18873D23-2DCF-4B31-A009-95721C06E8E1}"/>
          </ac:spMkLst>
        </pc:spChg>
        <pc:spChg chg="add">
          <ac:chgData name="Usman Yarma" userId="ae7e1287fc5afc9a" providerId="Windows Live" clId="Web-{CF05A0C5-4701-44EF-BB32-3DFB25FF6F2E}" dt="2025-04-20T17:06:05.280" v="558"/>
          <ac:spMkLst>
            <pc:docMk/>
            <pc:sldMk cId="813555856" sldId="265"/>
            <ac:spMk id="11" creationId="{52D502E5-F6B4-4D58-B4AE-FC466FF15EE8}"/>
          </ac:spMkLst>
        </pc:spChg>
        <pc:spChg chg="add del">
          <ac:chgData name="Usman Yarma" userId="ae7e1287fc5afc9a" providerId="Windows Live" clId="Web-{CF05A0C5-4701-44EF-BB32-3DFB25FF6F2E}" dt="2025-04-20T17:03:37.461" v="544"/>
          <ac:spMkLst>
            <pc:docMk/>
            <pc:sldMk cId="813555856" sldId="265"/>
            <ac:spMk id="12" creationId="{C13EF075-D4EF-4929-ADBC-91B27DA19955}"/>
          </ac:spMkLst>
        </pc:spChg>
        <pc:spChg chg="add del">
          <ac:chgData name="Usman Yarma" userId="ae7e1287fc5afc9a" providerId="Windows Live" clId="Web-{CF05A0C5-4701-44EF-BB32-3DFB25FF6F2E}" dt="2025-04-20T17:06:05.264" v="557"/>
          <ac:spMkLst>
            <pc:docMk/>
            <pc:sldMk cId="813555856" sldId="265"/>
            <ac:spMk id="13" creationId="{5D7F64A8-D625-4F61-A290-B499BB62ACFF}"/>
          </ac:spMkLst>
        </pc:spChg>
        <pc:spChg chg="add">
          <ac:chgData name="Usman Yarma" userId="ae7e1287fc5afc9a" providerId="Windows Live" clId="Web-{CF05A0C5-4701-44EF-BB32-3DFB25FF6F2E}" dt="2025-04-20T17:06:05.280" v="558"/>
          <ac:spMkLst>
            <pc:docMk/>
            <pc:sldMk cId="813555856" sldId="265"/>
            <ac:spMk id="15" creationId="{9DECDBF4-02B6-4BB4-B65B-B8107AD6A9E8}"/>
          </ac:spMkLst>
        </pc:spChg>
        <pc:spChg chg="add del">
          <ac:chgData name="Usman Yarma" userId="ae7e1287fc5afc9a" providerId="Windows Live" clId="Web-{CF05A0C5-4701-44EF-BB32-3DFB25FF6F2E}" dt="2025-04-20T17:03:26.570" v="542"/>
          <ac:spMkLst>
            <pc:docMk/>
            <pc:sldMk cId="813555856" sldId="265"/>
            <ac:spMk id="23" creationId="{B6CDA21F-E7AF-4C75-8395-33F58D5B0E45}"/>
          </ac:spMkLst>
        </pc:spChg>
        <pc:spChg chg="add del">
          <ac:chgData name="Usman Yarma" userId="ae7e1287fc5afc9a" providerId="Windows Live" clId="Web-{CF05A0C5-4701-44EF-BB32-3DFB25FF6F2E}" dt="2025-04-20T17:03:26.570" v="542"/>
          <ac:spMkLst>
            <pc:docMk/>
            <pc:sldMk cId="813555856" sldId="265"/>
            <ac:spMk id="30" creationId="{D5B0017B-2ECA-49AF-B397-DC140825DF8D}"/>
          </ac:spMkLst>
        </pc:spChg>
        <pc:grpChg chg="add del">
          <ac:chgData name="Usman Yarma" userId="ae7e1287fc5afc9a" providerId="Windows Live" clId="Web-{CF05A0C5-4701-44EF-BB32-3DFB25FF6F2E}" dt="2025-04-20T17:03:37.461" v="544"/>
          <ac:grpSpMkLst>
            <pc:docMk/>
            <pc:sldMk cId="813555856" sldId="265"/>
            <ac:grpSpMk id="14" creationId="{DAA26DFA-AAB2-4973-9C17-16D587C7B198}"/>
          </ac:grpSpMkLst>
        </pc:grpChg>
        <pc:grpChg chg="add del">
          <ac:chgData name="Usman Yarma" userId="ae7e1287fc5afc9a" providerId="Windows Live" clId="Web-{CF05A0C5-4701-44EF-BB32-3DFB25FF6F2E}" dt="2025-04-20T17:03:26.570" v="542"/>
          <ac:grpSpMkLst>
            <pc:docMk/>
            <pc:sldMk cId="813555856" sldId="265"/>
            <ac:grpSpMk id="25" creationId="{AE1C45F0-260A-458C-96ED-C1F6D2151219}"/>
          </ac:grpSpMkLst>
        </pc:grpChg>
        <pc:graphicFrameChg chg="add del mod">
          <ac:chgData name="Usman Yarma" userId="ae7e1287fc5afc9a" providerId="Windows Live" clId="Web-{CF05A0C5-4701-44EF-BB32-3DFB25FF6F2E}" dt="2025-04-20T17:05:00.074" v="552"/>
          <ac:graphicFrameMkLst>
            <pc:docMk/>
            <pc:sldMk cId="813555856" sldId="265"/>
            <ac:graphicFrameMk id="7" creationId="{779257A5-8768-BD38-B3EA-EDE5CA118473}"/>
          </ac:graphicFrameMkLst>
        </pc:graphicFrameChg>
        <pc:picChg chg="del">
          <ac:chgData name="Usman Yarma" userId="ae7e1287fc5afc9a" providerId="Windows Live" clId="Web-{CF05A0C5-4701-44EF-BB32-3DFB25FF6F2E}" dt="2025-04-20T16:35:23.698" v="416"/>
          <ac:picMkLst>
            <pc:docMk/>
            <pc:sldMk cId="813555856" sldId="265"/>
            <ac:picMk id="2" creationId="{AB54135C-1B66-4C82-E8BB-A76266C611B2}"/>
          </ac:picMkLst>
        </pc:picChg>
        <pc:picChg chg="add del">
          <ac:chgData name="Usman Yarma" userId="ae7e1287fc5afc9a" providerId="Windows Live" clId="Web-{CF05A0C5-4701-44EF-BB32-3DFB25FF6F2E}" dt="2025-04-20T17:06:05.264" v="557"/>
          <ac:picMkLst>
            <pc:docMk/>
            <pc:sldMk cId="813555856" sldId="265"/>
            <ac:picMk id="6" creationId="{D667425B-8C19-4B9C-80ED-E199EE9BB3EE}"/>
          </ac:picMkLst>
        </pc:picChg>
        <pc:picChg chg="add del">
          <ac:chgData name="Usman Yarma" userId="ae7e1287fc5afc9a" providerId="Windows Live" clId="Web-{CF05A0C5-4701-44EF-BB32-3DFB25FF6F2E}" dt="2025-04-20T17:06:05.264" v="557"/>
          <ac:picMkLst>
            <pc:docMk/>
            <pc:sldMk cId="813555856" sldId="265"/>
            <ac:picMk id="8" creationId="{83D3B814-F3BE-82F7-BA6E-FB582C09AFAC}"/>
          </ac:picMkLst>
        </pc:picChg>
        <pc:cxnChg chg="add del">
          <ac:chgData name="Usman Yarma" userId="ae7e1287fc5afc9a" providerId="Windows Live" clId="Web-{CF05A0C5-4701-44EF-BB32-3DFB25FF6F2E}" dt="2025-04-20T17:03:26.570" v="542"/>
          <ac:cxnSpMkLst>
            <pc:docMk/>
            <pc:sldMk cId="813555856" sldId="265"/>
            <ac:cxnSpMk id="32" creationId="{6CF1BAF6-AD41-4082-B212-8A1F9A2E8779}"/>
          </ac:cxnSpMkLst>
        </pc:cxnChg>
      </pc:sldChg>
      <pc:sldChg chg="addSp delSp modSp new">
        <pc:chgData name="Usman Yarma" userId="ae7e1287fc5afc9a" providerId="Windows Live" clId="Web-{CF05A0C5-4701-44EF-BB32-3DFB25FF6F2E}" dt="2025-04-20T20:37:20.847" v="1644" actId="20577"/>
        <pc:sldMkLst>
          <pc:docMk/>
          <pc:sldMk cId="2526366514" sldId="266"/>
        </pc:sldMkLst>
        <pc:spChg chg="add mod">
          <ac:chgData name="Usman Yarma" userId="ae7e1287fc5afc9a" providerId="Windows Live" clId="Web-{CF05A0C5-4701-44EF-BB32-3DFB25FF6F2E}" dt="2025-04-20T15:30:24.725" v="80" actId="20577"/>
          <ac:spMkLst>
            <pc:docMk/>
            <pc:sldMk cId="2526366514" sldId="266"/>
            <ac:spMk id="2" creationId="{265F7348-0D7F-40CD-189D-DC48369006A2}"/>
          </ac:spMkLst>
        </pc:spChg>
        <pc:spChg chg="add mod">
          <ac:chgData name="Usman Yarma" userId="ae7e1287fc5afc9a" providerId="Windows Live" clId="Web-{CF05A0C5-4701-44EF-BB32-3DFB25FF6F2E}" dt="2025-04-20T20:37:20.847" v="1644" actId="20577"/>
          <ac:spMkLst>
            <pc:docMk/>
            <pc:sldMk cId="2526366514" sldId="266"/>
            <ac:spMk id="3" creationId="{BF9E1120-E194-BDDE-8597-FCE72455E7F2}"/>
          </ac:spMkLst>
        </pc:spChg>
        <pc:spChg chg="add del mod">
          <ac:chgData name="Usman Yarma" userId="ae7e1287fc5afc9a" providerId="Windows Live" clId="Web-{CF05A0C5-4701-44EF-BB32-3DFB25FF6F2E}" dt="2025-04-20T15:40:42.997" v="118"/>
          <ac:spMkLst>
            <pc:docMk/>
            <pc:sldMk cId="2526366514" sldId="266"/>
            <ac:spMk id="5" creationId="{72BB3832-46DF-278E-FAC6-A4A024560E7F}"/>
          </ac:spMkLst>
        </pc:spChg>
        <pc:spChg chg="add del mod">
          <ac:chgData name="Usman Yarma" userId="ae7e1287fc5afc9a" providerId="Windows Live" clId="Web-{CF05A0C5-4701-44EF-BB32-3DFB25FF6F2E}" dt="2025-04-20T15:40:49.560" v="119"/>
          <ac:spMkLst>
            <pc:docMk/>
            <pc:sldMk cId="2526366514" sldId="266"/>
            <ac:spMk id="6" creationId="{41FEC9C6-6EF1-0B34-E55C-B05F2C62D4C1}"/>
          </ac:spMkLst>
        </pc:spChg>
        <pc:spChg chg="add del mod">
          <ac:chgData name="Usman Yarma" userId="ae7e1287fc5afc9a" providerId="Windows Live" clId="Web-{CF05A0C5-4701-44EF-BB32-3DFB25FF6F2E}" dt="2025-04-20T15:40:50.981" v="120"/>
          <ac:spMkLst>
            <pc:docMk/>
            <pc:sldMk cId="2526366514" sldId="266"/>
            <ac:spMk id="7" creationId="{410CA349-DC3F-D85B-0043-8570E5128260}"/>
          </ac:spMkLst>
        </pc:spChg>
        <pc:spChg chg="add del mod">
          <ac:chgData name="Usman Yarma" userId="ae7e1287fc5afc9a" providerId="Windows Live" clId="Web-{CF05A0C5-4701-44EF-BB32-3DFB25FF6F2E}" dt="2025-04-20T15:40:57.435" v="123"/>
          <ac:spMkLst>
            <pc:docMk/>
            <pc:sldMk cId="2526366514" sldId="266"/>
            <ac:spMk id="8" creationId="{427CE95C-7B1A-4CBB-3A33-80D158BD682A}"/>
          </ac:spMkLst>
        </pc:spChg>
        <pc:spChg chg="add del mod">
          <ac:chgData name="Usman Yarma" userId="ae7e1287fc5afc9a" providerId="Windows Live" clId="Web-{CF05A0C5-4701-44EF-BB32-3DFB25FF6F2E}" dt="2025-04-20T15:40:55.278" v="122"/>
          <ac:spMkLst>
            <pc:docMk/>
            <pc:sldMk cId="2526366514" sldId="266"/>
            <ac:spMk id="9" creationId="{8FD3DD2B-DF09-8BBA-76C9-3C5CC303EFB4}"/>
          </ac:spMkLst>
        </pc:spChg>
        <pc:spChg chg="add del mod">
          <ac:chgData name="Usman Yarma" userId="ae7e1287fc5afc9a" providerId="Windows Live" clId="Web-{CF05A0C5-4701-44EF-BB32-3DFB25FF6F2E}" dt="2025-04-20T15:40:53.294" v="121"/>
          <ac:spMkLst>
            <pc:docMk/>
            <pc:sldMk cId="2526366514" sldId="266"/>
            <ac:spMk id="10" creationId="{D98D0F9D-D31A-57D7-4FE9-DC69BC12AC22}"/>
          </ac:spMkLst>
        </pc:spChg>
        <pc:spChg chg="add del mod">
          <ac:chgData name="Usman Yarma" userId="ae7e1287fc5afc9a" providerId="Windows Live" clId="Web-{CF05A0C5-4701-44EF-BB32-3DFB25FF6F2E}" dt="2025-04-20T15:42:28.376" v="135"/>
          <ac:spMkLst>
            <pc:docMk/>
            <pc:sldMk cId="2526366514" sldId="266"/>
            <ac:spMk id="11" creationId="{72BB3832-46DF-278E-FAC6-A4A024560E7F}"/>
          </ac:spMkLst>
        </pc:spChg>
        <pc:spChg chg="add del">
          <ac:chgData name="Usman Yarma" userId="ae7e1287fc5afc9a" providerId="Windows Live" clId="Web-{CF05A0C5-4701-44EF-BB32-3DFB25FF6F2E}" dt="2025-04-20T15:41:03.904" v="126"/>
          <ac:spMkLst>
            <pc:docMk/>
            <pc:sldMk cId="2526366514" sldId="266"/>
            <ac:spMk id="12" creationId="{85AAACF3-7B70-2FA8-7D41-1BD07CC585DC}"/>
          </ac:spMkLst>
        </pc:spChg>
        <pc:spChg chg="add mod">
          <ac:chgData name="Usman Yarma" userId="ae7e1287fc5afc9a" providerId="Windows Live" clId="Web-{CF05A0C5-4701-44EF-BB32-3DFB25FF6F2E}" dt="2025-04-20T15:43:15.580" v="144" actId="1076"/>
          <ac:spMkLst>
            <pc:docMk/>
            <pc:sldMk cId="2526366514" sldId="266"/>
            <ac:spMk id="13" creationId="{FDB0AAFE-6118-5F52-AB41-6895699953A0}"/>
          </ac:spMkLst>
        </pc:spChg>
        <pc:spChg chg="add del mod">
          <ac:chgData name="Usman Yarma" userId="ae7e1287fc5afc9a" providerId="Windows Live" clId="Web-{CF05A0C5-4701-44EF-BB32-3DFB25FF6F2E}" dt="2025-04-20T15:42:45.751" v="140"/>
          <ac:spMkLst>
            <pc:docMk/>
            <pc:sldMk cId="2526366514" sldId="266"/>
            <ac:spMk id="14" creationId="{A54421CE-297A-171E-73C1-B44A4D055728}"/>
          </ac:spMkLst>
        </pc:spChg>
        <pc:spChg chg="add mod">
          <ac:chgData name="Usman Yarma" userId="ae7e1287fc5afc9a" providerId="Windows Live" clId="Web-{CF05A0C5-4701-44EF-BB32-3DFB25FF6F2E}" dt="2025-04-20T15:47:27.417" v="159"/>
          <ac:spMkLst>
            <pc:docMk/>
            <pc:sldMk cId="2526366514" sldId="266"/>
            <ac:spMk id="15" creationId="{F045F6AE-035C-4A6E-FCAD-AAC1B73C30D7}"/>
          </ac:spMkLst>
        </pc:spChg>
        <pc:spChg chg="add mod">
          <ac:chgData name="Usman Yarma" userId="ae7e1287fc5afc9a" providerId="Windows Live" clId="Web-{CF05A0C5-4701-44EF-BB32-3DFB25FF6F2E}" dt="2025-04-20T15:43:29.581" v="147" actId="1076"/>
          <ac:spMkLst>
            <pc:docMk/>
            <pc:sldMk cId="2526366514" sldId="266"/>
            <ac:spMk id="16" creationId="{0F8CFE4E-8114-6956-32C1-7A581DA7A4C8}"/>
          </ac:spMkLst>
        </pc:spChg>
        <pc:spChg chg="add mod">
          <ac:chgData name="Usman Yarma" userId="ae7e1287fc5afc9a" providerId="Windows Live" clId="Web-{CF05A0C5-4701-44EF-BB32-3DFB25FF6F2E}" dt="2025-04-20T15:43:56.972" v="150" actId="1076"/>
          <ac:spMkLst>
            <pc:docMk/>
            <pc:sldMk cId="2526366514" sldId="266"/>
            <ac:spMk id="17" creationId="{C7B55E1C-10D6-3C4D-DC6F-F3E1D0F23D6D}"/>
          </ac:spMkLst>
        </pc:spChg>
        <pc:spChg chg="add mod">
          <ac:chgData name="Usman Yarma" userId="ae7e1287fc5afc9a" providerId="Windows Live" clId="Web-{CF05A0C5-4701-44EF-BB32-3DFB25FF6F2E}" dt="2025-04-20T15:44:06.676" v="152" actId="1076"/>
          <ac:spMkLst>
            <pc:docMk/>
            <pc:sldMk cId="2526366514" sldId="266"/>
            <ac:spMk id="18" creationId="{209E16F2-7F96-522D-8381-198871A41050}"/>
          </ac:spMkLst>
        </pc:spChg>
        <pc:spChg chg="add mod">
          <ac:chgData name="Usman Yarma" userId="ae7e1287fc5afc9a" providerId="Windows Live" clId="Web-{CF05A0C5-4701-44EF-BB32-3DFB25FF6F2E}" dt="2025-04-20T15:44:12.567" v="154" actId="1076"/>
          <ac:spMkLst>
            <pc:docMk/>
            <pc:sldMk cId="2526366514" sldId="266"/>
            <ac:spMk id="19" creationId="{89087BAB-F7F7-E263-8124-78DD16D881D6}"/>
          </ac:spMkLst>
        </pc:spChg>
        <pc:spChg chg="add mod">
          <ac:chgData name="Usman Yarma" userId="ae7e1287fc5afc9a" providerId="Windows Live" clId="Web-{CF05A0C5-4701-44EF-BB32-3DFB25FF6F2E}" dt="2025-04-20T15:52:01.614" v="253" actId="20577"/>
          <ac:spMkLst>
            <pc:docMk/>
            <pc:sldMk cId="2526366514" sldId="266"/>
            <ac:spMk id="20" creationId="{9CF5F9E5-24AC-4CFE-9220-E709941217D5}"/>
          </ac:spMkLst>
        </pc:spChg>
        <pc:spChg chg="add mod">
          <ac:chgData name="Usman Yarma" userId="ae7e1287fc5afc9a" providerId="Windows Live" clId="Web-{CF05A0C5-4701-44EF-BB32-3DFB25FF6F2E}" dt="2025-04-20T15:52:07.505" v="255" actId="20577"/>
          <ac:spMkLst>
            <pc:docMk/>
            <pc:sldMk cId="2526366514" sldId="266"/>
            <ac:spMk id="21" creationId="{6D9BC6AE-17F0-84FE-46FC-569B933091CE}"/>
          </ac:spMkLst>
        </pc:spChg>
        <pc:spChg chg="add mod">
          <ac:chgData name="Usman Yarma" userId="ae7e1287fc5afc9a" providerId="Windows Live" clId="Web-{CF05A0C5-4701-44EF-BB32-3DFB25FF6F2E}" dt="2025-04-20T15:53:25.479" v="310" actId="20577"/>
          <ac:spMkLst>
            <pc:docMk/>
            <pc:sldMk cId="2526366514" sldId="266"/>
            <ac:spMk id="22" creationId="{E601C8B3-A62B-F93D-544E-53AE022329BA}"/>
          </ac:spMkLst>
        </pc:spChg>
        <pc:spChg chg="add mod">
          <ac:chgData name="Usman Yarma" userId="ae7e1287fc5afc9a" providerId="Windows Live" clId="Web-{CF05A0C5-4701-44EF-BB32-3DFB25FF6F2E}" dt="2025-04-20T16:24:20.565" v="390" actId="1076"/>
          <ac:spMkLst>
            <pc:docMk/>
            <pc:sldMk cId="2526366514" sldId="266"/>
            <ac:spMk id="24" creationId="{A35E56C5-C47E-1814-1199-B9DEB48B052B}"/>
          </ac:spMkLst>
        </pc:spChg>
        <pc:picChg chg="add del mod">
          <ac:chgData name="Usman Yarma" userId="ae7e1287fc5afc9a" providerId="Windows Live" clId="Web-{CF05A0C5-4701-44EF-BB32-3DFB25FF6F2E}" dt="2025-04-20T15:42:17.985" v="133"/>
          <ac:picMkLst>
            <pc:docMk/>
            <pc:sldMk cId="2526366514" sldId="266"/>
            <ac:picMk id="4" creationId="{AC6848F3-6E6B-52D6-727F-72A44F0BFAEA}"/>
          </ac:picMkLst>
        </pc:picChg>
        <pc:picChg chg="add del mod">
          <ac:chgData name="Usman Yarma" userId="ae7e1287fc5afc9a" providerId="Windows Live" clId="Web-{CF05A0C5-4701-44EF-BB32-3DFB25FF6F2E}" dt="2025-04-20T16:05:55.902" v="333"/>
          <ac:picMkLst>
            <pc:docMk/>
            <pc:sldMk cId="2526366514" sldId="266"/>
            <ac:picMk id="23" creationId="{B6E78060-FAAC-5328-8288-A0673EBD5607}"/>
          </ac:picMkLst>
        </pc:picChg>
      </pc:sldChg>
      <pc:sldChg chg="modSp new del">
        <pc:chgData name="Usman Yarma" userId="ae7e1287fc5afc9a" providerId="Windows Live" clId="Web-{CF05A0C5-4701-44EF-BB32-3DFB25FF6F2E}" dt="2025-04-20T15:08:05.935" v="31"/>
        <pc:sldMkLst>
          <pc:docMk/>
          <pc:sldMk cId="3677203886" sldId="266"/>
        </pc:sldMkLst>
        <pc:spChg chg="mod">
          <ac:chgData name="Usman Yarma" userId="ae7e1287fc5afc9a" providerId="Windows Live" clId="Web-{CF05A0C5-4701-44EF-BB32-3DFB25FF6F2E}" dt="2025-04-20T15:06:57.136" v="30" actId="20577"/>
          <ac:spMkLst>
            <pc:docMk/>
            <pc:sldMk cId="3677203886" sldId="266"/>
            <ac:spMk id="2" creationId="{0589AEE8-B2E0-B8BC-0E42-27E5BDD1554E}"/>
          </ac:spMkLst>
        </pc:spChg>
      </pc:sldChg>
      <pc:sldChg chg="addSp delSp modSp new">
        <pc:chgData name="Usman Yarma" userId="ae7e1287fc5afc9a" providerId="Windows Live" clId="Web-{CF05A0C5-4701-44EF-BB32-3DFB25FF6F2E}" dt="2025-04-20T20:43:39.301" v="1680" actId="14100"/>
        <pc:sldMkLst>
          <pc:docMk/>
          <pc:sldMk cId="3795180137" sldId="267"/>
        </pc:sldMkLst>
        <pc:spChg chg="add mod">
          <ac:chgData name="Usman Yarma" userId="ae7e1287fc5afc9a" providerId="Windows Live" clId="Web-{CF05A0C5-4701-44EF-BB32-3DFB25FF6F2E}" dt="2025-04-20T20:43:28.800" v="1673"/>
          <ac:spMkLst>
            <pc:docMk/>
            <pc:sldMk cId="3795180137" sldId="267"/>
            <ac:spMk id="2" creationId="{A1827CEA-58C5-49BE-D376-69A27F80BBA1}"/>
          </ac:spMkLst>
        </pc:spChg>
        <pc:spChg chg="add del mod">
          <ac:chgData name="Usman Yarma" userId="ae7e1287fc5afc9a" providerId="Windows Live" clId="Web-{CF05A0C5-4701-44EF-BB32-3DFB25FF6F2E}" dt="2025-04-20T20:40:13.917" v="1660"/>
          <ac:spMkLst>
            <pc:docMk/>
            <pc:sldMk cId="3795180137" sldId="267"/>
            <ac:spMk id="3" creationId="{338635E5-F472-FB42-6AAF-0E6FD17E1192}"/>
          </ac:spMkLst>
        </pc:spChg>
        <pc:spChg chg="add mod">
          <ac:chgData name="Usman Yarma" userId="ae7e1287fc5afc9a" providerId="Windows Live" clId="Web-{CF05A0C5-4701-44EF-BB32-3DFB25FF6F2E}" dt="2025-04-20T20:43:39.301" v="1680" actId="14100"/>
          <ac:spMkLst>
            <pc:docMk/>
            <pc:sldMk cId="3795180137" sldId="267"/>
            <ac:spMk id="4" creationId="{155FFBEF-36E9-FCB4-DC02-0FE4D5760337}"/>
          </ac:spMkLst>
        </pc:spChg>
      </pc:sldChg>
      <pc:sldChg chg="addSp delSp modSp new mod setBg">
        <pc:chgData name="Usman Yarma" userId="ae7e1287fc5afc9a" providerId="Windows Live" clId="Web-{CF05A0C5-4701-44EF-BB32-3DFB25FF6F2E}" dt="2025-04-20T17:14:38.913" v="645" actId="20577"/>
        <pc:sldMkLst>
          <pc:docMk/>
          <pc:sldMk cId="416177046" sldId="268"/>
        </pc:sldMkLst>
        <pc:spChg chg="add del mod">
          <ac:chgData name="Usman Yarma" userId="ae7e1287fc5afc9a" providerId="Windows Live" clId="Web-{CF05A0C5-4701-44EF-BB32-3DFB25FF6F2E}" dt="2025-04-20T17:09:20.755" v="584"/>
          <ac:spMkLst>
            <pc:docMk/>
            <pc:sldMk cId="416177046" sldId="268"/>
            <ac:spMk id="3" creationId="{0EF137E0-D2D7-C511-1277-286757B6029B}"/>
          </ac:spMkLst>
        </pc:spChg>
        <pc:spChg chg="add mod">
          <ac:chgData name="Usman Yarma" userId="ae7e1287fc5afc9a" providerId="Windows Live" clId="Web-{CF05A0C5-4701-44EF-BB32-3DFB25FF6F2E}" dt="2025-04-20T17:14:38.913" v="645" actId="20577"/>
          <ac:spMkLst>
            <pc:docMk/>
            <pc:sldMk cId="416177046" sldId="268"/>
            <ac:spMk id="4" creationId="{07179A33-753F-A776-AFF9-5790F6E51939}"/>
          </ac:spMkLst>
        </pc:spChg>
        <pc:spChg chg="add">
          <ac:chgData name="Usman Yarma" userId="ae7e1287fc5afc9a" providerId="Windows Live" clId="Web-{CF05A0C5-4701-44EF-BB32-3DFB25FF6F2E}" dt="2025-04-20T17:11:15.275" v="616"/>
          <ac:spMkLst>
            <pc:docMk/>
            <pc:sldMk cId="416177046" sldId="268"/>
            <ac:spMk id="11" creationId="{EDDBB197-D710-4A4F-A9CA-FD2177498BE8}"/>
          </ac:spMkLst>
        </pc:spChg>
        <pc:spChg chg="add">
          <ac:chgData name="Usman Yarma" userId="ae7e1287fc5afc9a" providerId="Windows Live" clId="Web-{CF05A0C5-4701-44EF-BB32-3DFB25FF6F2E}" dt="2025-04-20T17:11:15.275" v="616"/>
          <ac:spMkLst>
            <pc:docMk/>
            <pc:sldMk cId="416177046" sldId="268"/>
            <ac:spMk id="13" creationId="{975D1CFA-2CDB-4B64-BD9F-85744E8DA12F}"/>
          </ac:spMkLst>
        </pc:spChg>
        <pc:grpChg chg="add">
          <ac:chgData name="Usman Yarma" userId="ae7e1287fc5afc9a" providerId="Windows Live" clId="Web-{CF05A0C5-4701-44EF-BB32-3DFB25FF6F2E}" dt="2025-04-20T17:11:15.275" v="616"/>
          <ac:grpSpMkLst>
            <pc:docMk/>
            <pc:sldMk cId="416177046" sldId="268"/>
            <ac:grpSpMk id="15" creationId="{25EE5136-01F1-466C-962D-BA9B4C6757AA}"/>
          </ac:grpSpMkLst>
        </pc:grpChg>
        <pc:picChg chg="add del mod">
          <ac:chgData name="Usman Yarma" userId="ae7e1287fc5afc9a" providerId="Windows Live" clId="Web-{CF05A0C5-4701-44EF-BB32-3DFB25FF6F2E}" dt="2025-04-20T17:04:54.401" v="550"/>
          <ac:picMkLst>
            <pc:docMk/>
            <pc:sldMk cId="416177046" sldId="268"/>
            <ac:picMk id="2" creationId="{478570D0-E48B-3384-47EF-E201AE8737D8}"/>
          </ac:picMkLst>
        </pc:picChg>
        <pc:picChg chg="add">
          <ac:chgData name="Usman Yarma" userId="ae7e1287fc5afc9a" providerId="Windows Live" clId="Web-{CF05A0C5-4701-44EF-BB32-3DFB25FF6F2E}" dt="2025-04-20T17:11:15.275" v="616"/>
          <ac:picMkLst>
            <pc:docMk/>
            <pc:sldMk cId="416177046" sldId="268"/>
            <ac:picMk id="8" creationId="{325FB7BD-D29E-6081-26C1-60A64F0F63BB}"/>
          </ac:picMkLst>
        </pc:picChg>
      </pc:sldChg>
      <pc:sldChg chg="addSp modSp new mod setBg">
        <pc:chgData name="Usman Yarma" userId="ae7e1287fc5afc9a" providerId="Windows Live" clId="Web-{CF05A0C5-4701-44EF-BB32-3DFB25FF6F2E}" dt="2025-04-20T18:17:59.806" v="862" actId="20577"/>
        <pc:sldMkLst>
          <pc:docMk/>
          <pc:sldMk cId="576234885" sldId="269"/>
        </pc:sldMkLst>
        <pc:spChg chg="add mod">
          <ac:chgData name="Usman Yarma" userId="ae7e1287fc5afc9a" providerId="Windows Live" clId="Web-{CF05A0C5-4701-44EF-BB32-3DFB25FF6F2E}" dt="2025-04-20T18:10:07.989" v="819" actId="1076"/>
          <ac:spMkLst>
            <pc:docMk/>
            <pc:sldMk cId="576234885" sldId="269"/>
            <ac:spMk id="2" creationId="{39D85731-3274-9653-C96D-59E7DF534172}"/>
          </ac:spMkLst>
        </pc:spChg>
        <pc:spChg chg="add mod">
          <ac:chgData name="Usman Yarma" userId="ae7e1287fc5afc9a" providerId="Windows Live" clId="Web-{CF05A0C5-4701-44EF-BB32-3DFB25FF6F2E}" dt="2025-04-20T18:17:59.806" v="862" actId="20577"/>
          <ac:spMkLst>
            <pc:docMk/>
            <pc:sldMk cId="576234885" sldId="269"/>
            <ac:spMk id="4" creationId="{D06BBF36-5AD8-6401-CF72-2647F4DF49EE}"/>
          </ac:spMkLst>
        </pc:spChg>
        <pc:spChg chg="add">
          <ac:chgData name="Usman Yarma" userId="ae7e1287fc5afc9a" providerId="Windows Live" clId="Web-{CF05A0C5-4701-44EF-BB32-3DFB25FF6F2E}" dt="2025-04-20T18:09:00.548" v="808"/>
          <ac:spMkLst>
            <pc:docMk/>
            <pc:sldMk cId="576234885" sldId="269"/>
            <ac:spMk id="9" creationId="{201CC55D-ED54-4C5C-95E6-10947BD1103B}"/>
          </ac:spMkLst>
        </pc:spChg>
        <pc:spChg chg="add">
          <ac:chgData name="Usman Yarma" userId="ae7e1287fc5afc9a" providerId="Windows Live" clId="Web-{CF05A0C5-4701-44EF-BB32-3DFB25FF6F2E}" dt="2025-04-20T18:09:00.548" v="808"/>
          <ac:spMkLst>
            <pc:docMk/>
            <pc:sldMk cId="576234885" sldId="269"/>
            <ac:spMk id="15" creationId="{3873B707-463F-40B0-8227-E8CC6C67EB25}"/>
          </ac:spMkLst>
        </pc:spChg>
        <pc:spChg chg="add">
          <ac:chgData name="Usman Yarma" userId="ae7e1287fc5afc9a" providerId="Windows Live" clId="Web-{CF05A0C5-4701-44EF-BB32-3DFB25FF6F2E}" dt="2025-04-20T18:09:00.548" v="808"/>
          <ac:spMkLst>
            <pc:docMk/>
            <pc:sldMk cId="576234885" sldId="269"/>
            <ac:spMk id="17" creationId="{C13237C8-E62C-4F0D-A318-BD6FB6C2D138}"/>
          </ac:spMkLst>
        </pc:spChg>
        <pc:spChg chg="add">
          <ac:chgData name="Usman Yarma" userId="ae7e1287fc5afc9a" providerId="Windows Live" clId="Web-{CF05A0C5-4701-44EF-BB32-3DFB25FF6F2E}" dt="2025-04-20T18:09:00.548" v="808"/>
          <ac:spMkLst>
            <pc:docMk/>
            <pc:sldMk cId="576234885" sldId="269"/>
            <ac:spMk id="19" creationId="{19C9EAEA-39D0-4B0E-A0EB-51E7B26740B1}"/>
          </ac:spMkLst>
        </pc:spChg>
        <pc:grpChg chg="add">
          <ac:chgData name="Usman Yarma" userId="ae7e1287fc5afc9a" providerId="Windows Live" clId="Web-{CF05A0C5-4701-44EF-BB32-3DFB25FF6F2E}" dt="2025-04-20T18:09:00.548" v="808"/>
          <ac:grpSpMkLst>
            <pc:docMk/>
            <pc:sldMk cId="576234885" sldId="269"/>
            <ac:grpSpMk id="11" creationId="{1DE889C7-FAD6-4397-98E2-05D503484459}"/>
          </ac:grpSpMkLst>
        </pc:grpChg>
        <pc:picChg chg="add mod ord">
          <ac:chgData name="Usman Yarma" userId="ae7e1287fc5afc9a" providerId="Windows Live" clId="Web-{CF05A0C5-4701-44EF-BB32-3DFB25FF6F2E}" dt="2025-04-20T18:11:51.961" v="832" actId="14100"/>
          <ac:picMkLst>
            <pc:docMk/>
            <pc:sldMk cId="576234885" sldId="269"/>
            <ac:picMk id="3" creationId="{8F2346C8-89FB-15E5-C3F1-755B52E41873}"/>
          </ac:picMkLst>
        </pc:picChg>
      </pc:sldChg>
      <pc:sldChg chg="addSp modSp new">
        <pc:chgData name="Usman Yarma" userId="ae7e1287fc5afc9a" providerId="Windows Live" clId="Web-{CF05A0C5-4701-44EF-BB32-3DFB25FF6F2E}" dt="2025-04-20T19:03:00.209" v="1186"/>
        <pc:sldMkLst>
          <pc:docMk/>
          <pc:sldMk cId="1041689662" sldId="270"/>
        </pc:sldMkLst>
        <pc:spChg chg="add mod">
          <ac:chgData name="Usman Yarma" userId="ae7e1287fc5afc9a" providerId="Windows Live" clId="Web-{CF05A0C5-4701-44EF-BB32-3DFB25FF6F2E}" dt="2025-04-20T18:20:02.544" v="878" actId="1076"/>
          <ac:spMkLst>
            <pc:docMk/>
            <pc:sldMk cId="1041689662" sldId="270"/>
            <ac:spMk id="2" creationId="{15B28029-DCB6-C56C-1E2A-1F30310117F4}"/>
          </ac:spMkLst>
        </pc:spChg>
        <pc:spChg chg="add mod">
          <ac:chgData name="Usman Yarma" userId="ae7e1287fc5afc9a" providerId="Windows Live" clId="Web-{CF05A0C5-4701-44EF-BB32-3DFB25FF6F2E}" dt="2025-04-20T18:30:12.269" v="1178" actId="20577"/>
          <ac:spMkLst>
            <pc:docMk/>
            <pc:sldMk cId="1041689662" sldId="270"/>
            <ac:spMk id="4" creationId="{FA5F1140-15EA-7FB5-CCB8-E911C74C4ACB}"/>
          </ac:spMkLst>
        </pc:spChg>
        <pc:graphicFrameChg chg="add mod modGraphic">
          <ac:chgData name="Usman Yarma" userId="ae7e1287fc5afc9a" providerId="Windows Live" clId="Web-{CF05A0C5-4701-44EF-BB32-3DFB25FF6F2E}" dt="2025-04-20T19:03:00.209" v="1186"/>
          <ac:graphicFrameMkLst>
            <pc:docMk/>
            <pc:sldMk cId="1041689662" sldId="270"/>
            <ac:graphicFrameMk id="3" creationId="{91137BAB-C90A-96E0-C2B3-7FBF88BC4F27}"/>
          </ac:graphicFrameMkLst>
        </pc:graphicFrameChg>
      </pc:sldChg>
      <pc:sldChg chg="addSp modSp new mod setBg">
        <pc:chgData name="Usman Yarma" userId="ae7e1287fc5afc9a" providerId="Windows Live" clId="Web-{CF05A0C5-4701-44EF-BB32-3DFB25FF6F2E}" dt="2025-04-20T19:27:27.006" v="1320" actId="20577"/>
        <pc:sldMkLst>
          <pc:docMk/>
          <pc:sldMk cId="2554747060" sldId="271"/>
        </pc:sldMkLst>
        <pc:spChg chg="add mod">
          <ac:chgData name="Usman Yarma" userId="ae7e1287fc5afc9a" providerId="Windows Live" clId="Web-{CF05A0C5-4701-44EF-BB32-3DFB25FF6F2E}" dt="2025-04-20T19:11:45.296" v="1228"/>
          <ac:spMkLst>
            <pc:docMk/>
            <pc:sldMk cId="2554747060" sldId="271"/>
            <ac:spMk id="2" creationId="{13FCE932-0F06-A179-87CB-F14D1D6E8191}"/>
          </ac:spMkLst>
        </pc:spChg>
        <pc:spChg chg="add mod">
          <ac:chgData name="Usman Yarma" userId="ae7e1287fc5afc9a" providerId="Windows Live" clId="Web-{CF05A0C5-4701-44EF-BB32-3DFB25FF6F2E}" dt="2025-04-20T19:27:27.006" v="1320" actId="20577"/>
          <ac:spMkLst>
            <pc:docMk/>
            <pc:sldMk cId="2554747060" sldId="271"/>
            <ac:spMk id="3" creationId="{4DBE97CA-F9C8-C1F9-6AB4-984E1F14424F}"/>
          </ac:spMkLst>
        </pc:spChg>
        <pc:spChg chg="add">
          <ac:chgData name="Usman Yarma" userId="ae7e1287fc5afc9a" providerId="Windows Live" clId="Web-{CF05A0C5-4701-44EF-BB32-3DFB25FF6F2E}" dt="2025-04-20T19:11:45.296" v="1228"/>
          <ac:spMkLst>
            <pc:docMk/>
            <pc:sldMk cId="2554747060" sldId="271"/>
            <ac:spMk id="10" creationId="{EDDBB197-D710-4A4F-A9CA-FD2177498BE8}"/>
          </ac:spMkLst>
        </pc:spChg>
        <pc:spChg chg="add">
          <ac:chgData name="Usman Yarma" userId="ae7e1287fc5afc9a" providerId="Windows Live" clId="Web-{CF05A0C5-4701-44EF-BB32-3DFB25FF6F2E}" dt="2025-04-20T19:11:45.296" v="1228"/>
          <ac:spMkLst>
            <pc:docMk/>
            <pc:sldMk cId="2554747060" sldId="271"/>
            <ac:spMk id="12" creationId="{975D1CFA-2CDB-4B64-BD9F-85744E8DA12F}"/>
          </ac:spMkLst>
        </pc:spChg>
        <pc:grpChg chg="add">
          <ac:chgData name="Usman Yarma" userId="ae7e1287fc5afc9a" providerId="Windows Live" clId="Web-{CF05A0C5-4701-44EF-BB32-3DFB25FF6F2E}" dt="2025-04-20T19:11:45.296" v="1228"/>
          <ac:grpSpMkLst>
            <pc:docMk/>
            <pc:sldMk cId="2554747060" sldId="271"/>
            <ac:grpSpMk id="14" creationId="{25EE5136-01F1-466C-962D-BA9B4C6757AA}"/>
          </ac:grpSpMkLst>
        </pc:grpChg>
        <pc:picChg chg="add">
          <ac:chgData name="Usman Yarma" userId="ae7e1287fc5afc9a" providerId="Windows Live" clId="Web-{CF05A0C5-4701-44EF-BB32-3DFB25FF6F2E}" dt="2025-04-20T19:11:45.296" v="1228"/>
          <ac:picMkLst>
            <pc:docMk/>
            <pc:sldMk cId="2554747060" sldId="271"/>
            <ac:picMk id="7" creationId="{1AFC063F-1389-3F6E-ADC5-DA57C26EF610}"/>
          </ac:picMkLst>
        </pc:picChg>
      </pc:sldChg>
      <pc:sldChg chg="addSp delSp modSp new mod setBg">
        <pc:chgData name="Usman Yarma" userId="ae7e1287fc5afc9a" providerId="Windows Live" clId="Web-{CF05A0C5-4701-44EF-BB32-3DFB25FF6F2E}" dt="2025-04-20T20:26:39.174" v="1552"/>
        <pc:sldMkLst>
          <pc:docMk/>
          <pc:sldMk cId="3787060684" sldId="272"/>
        </pc:sldMkLst>
        <pc:spChg chg="add mod">
          <ac:chgData name="Usman Yarma" userId="ae7e1287fc5afc9a" providerId="Windows Live" clId="Web-{CF05A0C5-4701-44EF-BB32-3DFB25FF6F2E}" dt="2025-04-20T20:26:39.174" v="1552"/>
          <ac:spMkLst>
            <pc:docMk/>
            <pc:sldMk cId="3787060684" sldId="272"/>
            <ac:spMk id="2" creationId="{A9070FC2-B631-66A5-2422-C7D14FE4933F}"/>
          </ac:spMkLst>
        </pc:spChg>
        <pc:spChg chg="add mod">
          <ac:chgData name="Usman Yarma" userId="ae7e1287fc5afc9a" providerId="Windows Live" clId="Web-{CF05A0C5-4701-44EF-BB32-3DFB25FF6F2E}" dt="2025-04-20T20:26:39.174" v="1552"/>
          <ac:spMkLst>
            <pc:docMk/>
            <pc:sldMk cId="3787060684" sldId="272"/>
            <ac:spMk id="5" creationId="{7DB112AB-848E-E6E8-3556-EB0C963933ED}"/>
          </ac:spMkLst>
        </pc:spChg>
        <pc:spChg chg="add del">
          <ac:chgData name="Usman Yarma" userId="ae7e1287fc5afc9a" providerId="Windows Live" clId="Web-{CF05A0C5-4701-44EF-BB32-3DFB25FF6F2E}" dt="2025-04-20T20:26:39.174" v="1552"/>
          <ac:spMkLst>
            <pc:docMk/>
            <pc:sldMk cId="3787060684" sldId="272"/>
            <ac:spMk id="10" creationId="{91DC6ABD-215C-4EA8-A483-CEF5B99AB385}"/>
          </ac:spMkLst>
        </pc:spChg>
        <pc:spChg chg="add del">
          <ac:chgData name="Usman Yarma" userId="ae7e1287fc5afc9a" providerId="Windows Live" clId="Web-{CF05A0C5-4701-44EF-BB32-3DFB25FF6F2E}" dt="2025-04-20T20:26:39.174" v="1552"/>
          <ac:spMkLst>
            <pc:docMk/>
            <pc:sldMk cId="3787060684" sldId="272"/>
            <ac:spMk id="16" creationId="{04357C93-F0CB-4A1C-8F77-4E9063789819}"/>
          </ac:spMkLst>
        </pc:spChg>
        <pc:spChg chg="add">
          <ac:chgData name="Usman Yarma" userId="ae7e1287fc5afc9a" providerId="Windows Live" clId="Web-{CF05A0C5-4701-44EF-BB32-3DFB25FF6F2E}" dt="2025-04-20T20:26:39.174" v="1552"/>
          <ac:spMkLst>
            <pc:docMk/>
            <pc:sldMk cId="3787060684" sldId="272"/>
            <ac:spMk id="21" creationId="{91DC6ABD-215C-4EA8-A483-CEF5B99AB385}"/>
          </ac:spMkLst>
        </pc:spChg>
        <pc:spChg chg="add">
          <ac:chgData name="Usman Yarma" userId="ae7e1287fc5afc9a" providerId="Windows Live" clId="Web-{CF05A0C5-4701-44EF-BB32-3DFB25FF6F2E}" dt="2025-04-20T20:26:39.174" v="1552"/>
          <ac:spMkLst>
            <pc:docMk/>
            <pc:sldMk cId="3787060684" sldId="272"/>
            <ac:spMk id="27" creationId="{04357C93-F0CB-4A1C-8F77-4E9063789819}"/>
          </ac:spMkLst>
        </pc:spChg>
        <pc:grpChg chg="add del">
          <ac:chgData name="Usman Yarma" userId="ae7e1287fc5afc9a" providerId="Windows Live" clId="Web-{CF05A0C5-4701-44EF-BB32-3DFB25FF6F2E}" dt="2025-04-20T20:26:39.174" v="1552"/>
          <ac:grpSpMkLst>
            <pc:docMk/>
            <pc:sldMk cId="3787060684" sldId="272"/>
            <ac:grpSpMk id="12" creationId="{3AF6A671-C637-4547-85F4-51B6D1881399}"/>
          </ac:grpSpMkLst>
        </pc:grpChg>
        <pc:grpChg chg="add">
          <ac:chgData name="Usman Yarma" userId="ae7e1287fc5afc9a" providerId="Windows Live" clId="Web-{CF05A0C5-4701-44EF-BB32-3DFB25FF6F2E}" dt="2025-04-20T20:26:39.174" v="1552"/>
          <ac:grpSpMkLst>
            <pc:docMk/>
            <pc:sldMk cId="3787060684" sldId="272"/>
            <ac:grpSpMk id="23" creationId="{3AF6A671-C637-4547-85F4-51B6D1881399}"/>
          </ac:grpSpMkLst>
        </pc:grpChg>
        <pc:picChg chg="add del mod">
          <ac:chgData name="Usman Yarma" userId="ae7e1287fc5afc9a" providerId="Windows Live" clId="Web-{CF05A0C5-4701-44EF-BB32-3DFB25FF6F2E}" dt="2025-04-20T19:16:21.713" v="1263"/>
          <ac:picMkLst>
            <pc:docMk/>
            <pc:sldMk cId="3787060684" sldId="272"/>
            <ac:picMk id="3" creationId="{6A024711-F07E-3DD9-FC28-BEF74F8F5CE1}"/>
          </ac:picMkLst>
        </pc:picChg>
        <pc:picChg chg="add mod ord">
          <ac:chgData name="Usman Yarma" userId="ae7e1287fc5afc9a" providerId="Windows Live" clId="Web-{CF05A0C5-4701-44EF-BB32-3DFB25FF6F2E}" dt="2025-04-20T19:24:48.155" v="1308"/>
          <ac:picMkLst>
            <pc:docMk/>
            <pc:sldMk cId="3787060684" sldId="272"/>
            <ac:picMk id="4" creationId="{C52D60E1-71A9-ADF8-3D76-C66E7C72AAC2}"/>
          </ac:picMkLst>
        </pc:picChg>
      </pc:sldChg>
      <pc:sldChg chg="addSp modSp new mod setBg">
        <pc:chgData name="Usman Yarma" userId="ae7e1287fc5afc9a" providerId="Windows Live" clId="Web-{CF05A0C5-4701-44EF-BB32-3DFB25FF6F2E}" dt="2025-04-20T20:26:05.297" v="1551" actId="20577"/>
        <pc:sldMkLst>
          <pc:docMk/>
          <pc:sldMk cId="4063298699" sldId="273"/>
        </pc:sldMkLst>
        <pc:spChg chg="add mod">
          <ac:chgData name="Usman Yarma" userId="ae7e1287fc5afc9a" providerId="Windows Live" clId="Web-{CF05A0C5-4701-44EF-BB32-3DFB25FF6F2E}" dt="2025-04-20T20:22:47.019" v="1499"/>
          <ac:spMkLst>
            <pc:docMk/>
            <pc:sldMk cId="4063298699" sldId="273"/>
            <ac:spMk id="2" creationId="{8620F164-07DE-BC49-9A7D-3CFBDA4D967E}"/>
          </ac:spMkLst>
        </pc:spChg>
        <pc:spChg chg="add mod">
          <ac:chgData name="Usman Yarma" userId="ae7e1287fc5afc9a" providerId="Windows Live" clId="Web-{CF05A0C5-4701-44EF-BB32-3DFB25FF6F2E}" dt="2025-04-20T20:26:05.297" v="1551" actId="20577"/>
          <ac:spMkLst>
            <pc:docMk/>
            <pc:sldMk cId="4063298699" sldId="273"/>
            <ac:spMk id="3" creationId="{90BC27EF-CA95-33A4-17D0-CC2F420B6652}"/>
          </ac:spMkLst>
        </pc:spChg>
        <pc:spChg chg="add">
          <ac:chgData name="Usman Yarma" userId="ae7e1287fc5afc9a" providerId="Windows Live" clId="Web-{CF05A0C5-4701-44EF-BB32-3DFB25FF6F2E}" dt="2025-04-20T20:22:47.019" v="1499"/>
          <ac:spMkLst>
            <pc:docMk/>
            <pc:sldMk cId="4063298699" sldId="273"/>
            <ac:spMk id="10" creationId="{EDDBB197-D710-4A4F-A9CA-FD2177498BE8}"/>
          </ac:spMkLst>
        </pc:spChg>
        <pc:spChg chg="add">
          <ac:chgData name="Usman Yarma" userId="ae7e1287fc5afc9a" providerId="Windows Live" clId="Web-{CF05A0C5-4701-44EF-BB32-3DFB25FF6F2E}" dt="2025-04-20T20:22:47.019" v="1499"/>
          <ac:spMkLst>
            <pc:docMk/>
            <pc:sldMk cId="4063298699" sldId="273"/>
            <ac:spMk id="12" creationId="{975D1CFA-2CDB-4B64-BD9F-85744E8DA12F}"/>
          </ac:spMkLst>
        </pc:spChg>
        <pc:grpChg chg="add">
          <ac:chgData name="Usman Yarma" userId="ae7e1287fc5afc9a" providerId="Windows Live" clId="Web-{CF05A0C5-4701-44EF-BB32-3DFB25FF6F2E}" dt="2025-04-20T20:22:47.019" v="1499"/>
          <ac:grpSpMkLst>
            <pc:docMk/>
            <pc:sldMk cId="4063298699" sldId="273"/>
            <ac:grpSpMk id="14" creationId="{25EE5136-01F1-466C-962D-BA9B4C6757AA}"/>
          </ac:grpSpMkLst>
        </pc:grpChg>
        <pc:picChg chg="add">
          <ac:chgData name="Usman Yarma" userId="ae7e1287fc5afc9a" providerId="Windows Live" clId="Web-{CF05A0C5-4701-44EF-BB32-3DFB25FF6F2E}" dt="2025-04-20T20:22:47.019" v="1499"/>
          <ac:picMkLst>
            <pc:docMk/>
            <pc:sldMk cId="4063298699" sldId="273"/>
            <ac:picMk id="7" creationId="{795561E7-547F-D420-7FD7-E2742DAD3A4E}"/>
          </ac:picMkLst>
        </pc:picChg>
      </pc:sldChg>
      <pc:sldChg chg="addSp modSp new mod setBg">
        <pc:chgData name="Usman Yarma" userId="ae7e1287fc5afc9a" providerId="Windows Live" clId="Web-{CF05A0C5-4701-44EF-BB32-3DFB25FF6F2E}" dt="2025-04-20T20:25:39.374" v="1545" actId="20577"/>
        <pc:sldMkLst>
          <pc:docMk/>
          <pc:sldMk cId="3274922125" sldId="274"/>
        </pc:sldMkLst>
        <pc:spChg chg="add mod">
          <ac:chgData name="Usman Yarma" userId="ae7e1287fc5afc9a" providerId="Windows Live" clId="Web-{CF05A0C5-4701-44EF-BB32-3DFB25FF6F2E}" dt="2025-04-20T20:25:21.702" v="1543"/>
          <ac:spMkLst>
            <pc:docMk/>
            <pc:sldMk cId="3274922125" sldId="274"/>
            <ac:spMk id="2" creationId="{9FA7E4D6-BDD7-2F56-D144-921399EEF985}"/>
          </ac:spMkLst>
        </pc:spChg>
        <pc:spChg chg="add mod">
          <ac:chgData name="Usman Yarma" userId="ae7e1287fc5afc9a" providerId="Windows Live" clId="Web-{CF05A0C5-4701-44EF-BB32-3DFB25FF6F2E}" dt="2025-04-20T20:25:39.374" v="1545" actId="20577"/>
          <ac:spMkLst>
            <pc:docMk/>
            <pc:sldMk cId="3274922125" sldId="274"/>
            <ac:spMk id="3" creationId="{D9EEBDFC-C207-3ADD-4ACA-9399F8DE00A0}"/>
          </ac:spMkLst>
        </pc:spChg>
        <pc:spChg chg="add">
          <ac:chgData name="Usman Yarma" userId="ae7e1287fc5afc9a" providerId="Windows Live" clId="Web-{CF05A0C5-4701-44EF-BB32-3DFB25FF6F2E}" dt="2025-04-20T20:25:21.702" v="1543"/>
          <ac:spMkLst>
            <pc:docMk/>
            <pc:sldMk cId="3274922125" sldId="274"/>
            <ac:spMk id="10" creationId="{EDDBB197-D710-4A4F-A9CA-FD2177498BE8}"/>
          </ac:spMkLst>
        </pc:spChg>
        <pc:spChg chg="add">
          <ac:chgData name="Usman Yarma" userId="ae7e1287fc5afc9a" providerId="Windows Live" clId="Web-{CF05A0C5-4701-44EF-BB32-3DFB25FF6F2E}" dt="2025-04-20T20:25:21.702" v="1543"/>
          <ac:spMkLst>
            <pc:docMk/>
            <pc:sldMk cId="3274922125" sldId="274"/>
            <ac:spMk id="12" creationId="{975D1CFA-2CDB-4B64-BD9F-85744E8DA12F}"/>
          </ac:spMkLst>
        </pc:spChg>
        <pc:grpChg chg="add">
          <ac:chgData name="Usman Yarma" userId="ae7e1287fc5afc9a" providerId="Windows Live" clId="Web-{CF05A0C5-4701-44EF-BB32-3DFB25FF6F2E}" dt="2025-04-20T20:25:21.702" v="1543"/>
          <ac:grpSpMkLst>
            <pc:docMk/>
            <pc:sldMk cId="3274922125" sldId="274"/>
            <ac:grpSpMk id="14" creationId="{25EE5136-01F1-466C-962D-BA9B4C6757AA}"/>
          </ac:grpSpMkLst>
        </pc:grpChg>
        <pc:picChg chg="add">
          <ac:chgData name="Usman Yarma" userId="ae7e1287fc5afc9a" providerId="Windows Live" clId="Web-{CF05A0C5-4701-44EF-BB32-3DFB25FF6F2E}" dt="2025-04-20T20:25:21.702" v="1543"/>
          <ac:picMkLst>
            <pc:docMk/>
            <pc:sldMk cId="3274922125" sldId="274"/>
            <ac:picMk id="7" creationId="{59B9A7CA-791A-306A-AC9F-7C7F932130B6}"/>
          </ac:picMkLst>
        </pc:picChg>
      </pc:sldChg>
      <pc:sldChg chg="addSp modSp new mod setBg">
        <pc:chgData name="Usman Yarma" userId="ae7e1287fc5afc9a" providerId="Windows Live" clId="Web-{CF05A0C5-4701-44EF-BB32-3DFB25FF6F2E}" dt="2025-04-20T20:29:51.103" v="1589" actId="20577"/>
        <pc:sldMkLst>
          <pc:docMk/>
          <pc:sldMk cId="3755028541" sldId="275"/>
        </pc:sldMkLst>
        <pc:spChg chg="add mod">
          <ac:chgData name="Usman Yarma" userId="ae7e1287fc5afc9a" providerId="Windows Live" clId="Web-{CF05A0C5-4701-44EF-BB32-3DFB25FF6F2E}" dt="2025-04-20T20:29:42.306" v="1588"/>
          <ac:spMkLst>
            <pc:docMk/>
            <pc:sldMk cId="3755028541" sldId="275"/>
            <ac:spMk id="2" creationId="{D87D9356-A507-CFD9-1E5C-B2B7E3038EED}"/>
          </ac:spMkLst>
        </pc:spChg>
        <pc:spChg chg="add mod">
          <ac:chgData name="Usman Yarma" userId="ae7e1287fc5afc9a" providerId="Windows Live" clId="Web-{CF05A0C5-4701-44EF-BB32-3DFB25FF6F2E}" dt="2025-04-20T20:29:51.103" v="1589" actId="20577"/>
          <ac:spMkLst>
            <pc:docMk/>
            <pc:sldMk cId="3755028541" sldId="275"/>
            <ac:spMk id="3" creationId="{70B8E739-CBB8-8AF1-A875-B61DF6C8C99D}"/>
          </ac:spMkLst>
        </pc:spChg>
        <pc:spChg chg="add">
          <ac:chgData name="Usman Yarma" userId="ae7e1287fc5afc9a" providerId="Windows Live" clId="Web-{CF05A0C5-4701-44EF-BB32-3DFB25FF6F2E}" dt="2025-04-20T20:29:42.306" v="1588"/>
          <ac:spMkLst>
            <pc:docMk/>
            <pc:sldMk cId="3755028541" sldId="275"/>
            <ac:spMk id="8" creationId="{DAF1966E-FD40-4A4A-B61B-C4DF7FA05F06}"/>
          </ac:spMkLst>
        </pc:spChg>
        <pc:spChg chg="add">
          <ac:chgData name="Usman Yarma" userId="ae7e1287fc5afc9a" providerId="Windows Live" clId="Web-{CF05A0C5-4701-44EF-BB32-3DFB25FF6F2E}" dt="2025-04-20T20:29:42.306" v="1588"/>
          <ac:spMkLst>
            <pc:docMk/>
            <pc:sldMk cId="3755028541" sldId="275"/>
            <ac:spMk id="10" creationId="{047BFA19-D45E-416B-A404-7AF2F3F27017}"/>
          </ac:spMkLst>
        </pc:spChg>
        <pc:spChg chg="add">
          <ac:chgData name="Usman Yarma" userId="ae7e1287fc5afc9a" providerId="Windows Live" clId="Web-{CF05A0C5-4701-44EF-BB32-3DFB25FF6F2E}" dt="2025-04-20T20:29:42.306" v="1588"/>
          <ac:spMkLst>
            <pc:docMk/>
            <pc:sldMk cId="3755028541" sldId="275"/>
            <ac:spMk id="12" creationId="{8E0105E7-23DB-4CF2-8258-FF47C7620F6E}"/>
          </ac:spMkLst>
        </pc:spChg>
        <pc:spChg chg="add">
          <ac:chgData name="Usman Yarma" userId="ae7e1287fc5afc9a" providerId="Windows Live" clId="Web-{CF05A0C5-4701-44EF-BB32-3DFB25FF6F2E}" dt="2025-04-20T20:29:42.306" v="1588"/>
          <ac:spMkLst>
            <pc:docMk/>
            <pc:sldMk cId="3755028541" sldId="275"/>
            <ac:spMk id="14" creationId="{074B4F7D-14B2-478B-8BF5-01E4E0C5D263}"/>
          </ac:spMkLst>
        </pc:spChg>
      </pc:sldChg>
      <pc:sldChg chg="addSp modSp new">
        <pc:chgData name="Usman Yarma" userId="ae7e1287fc5afc9a" providerId="Windows Live" clId="Web-{CF05A0C5-4701-44EF-BB32-3DFB25FF6F2E}" dt="2025-04-20T20:33:22.426" v="1615" actId="1076"/>
        <pc:sldMkLst>
          <pc:docMk/>
          <pc:sldMk cId="347065716" sldId="276"/>
        </pc:sldMkLst>
        <pc:spChg chg="add mod">
          <ac:chgData name="Usman Yarma" userId="ae7e1287fc5afc9a" providerId="Windows Live" clId="Web-{CF05A0C5-4701-44EF-BB32-3DFB25FF6F2E}" dt="2025-04-20T20:33:22.426" v="1615" actId="1076"/>
          <ac:spMkLst>
            <pc:docMk/>
            <pc:sldMk cId="347065716" sldId="276"/>
            <ac:spMk id="2" creationId="{2E1BBFEB-DECD-FA1B-2250-B1707866DC0D}"/>
          </ac:spMkLst>
        </pc:spChg>
      </pc:sldChg>
    </pc:docChg>
  </pc:docChgLst>
  <pc:docChgLst>
    <pc:chgData name="Usman Yarma" userId="ae7e1287fc5afc9a" providerId="Windows Live" clId="Web-{0305877D-F5ED-4A50-A3EE-991E190B7745}"/>
    <pc:docChg chg="modSld">
      <pc:chgData name="Usman Yarma" userId="ae7e1287fc5afc9a" providerId="Windows Live" clId="Web-{0305877D-F5ED-4A50-A3EE-991E190B7745}" dt="2025-04-21T20:04:32.949" v="296" actId="20577"/>
      <pc:docMkLst>
        <pc:docMk/>
      </pc:docMkLst>
      <pc:sldChg chg="addSp delSp modSp">
        <pc:chgData name="Usman Yarma" userId="ae7e1287fc5afc9a" providerId="Windows Live" clId="Web-{0305877D-F5ED-4A50-A3EE-991E190B7745}" dt="2025-04-21T19:53:21.853" v="294" actId="20577"/>
        <pc:sldMkLst>
          <pc:docMk/>
          <pc:sldMk cId="2526366514" sldId="266"/>
        </pc:sldMkLst>
        <pc:spChg chg="mod">
          <ac:chgData name="Usman Yarma" userId="ae7e1287fc5afc9a" providerId="Windows Live" clId="Web-{0305877D-F5ED-4A50-A3EE-991E190B7745}" dt="2025-04-21T19:50:14.551" v="245" actId="20577"/>
          <ac:spMkLst>
            <pc:docMk/>
            <pc:sldMk cId="2526366514" sldId="266"/>
            <ac:spMk id="3" creationId="{BF9E1120-E194-BDDE-8597-FCE72455E7F2}"/>
          </ac:spMkLst>
        </pc:spChg>
        <pc:spChg chg="add mod">
          <ac:chgData name="Usman Yarma" userId="ae7e1287fc5afc9a" providerId="Windows Live" clId="Web-{0305877D-F5ED-4A50-A3EE-991E190B7745}" dt="2025-04-21T19:52:02.710" v="281" actId="20577"/>
          <ac:spMkLst>
            <pc:docMk/>
            <pc:sldMk cId="2526366514" sldId="266"/>
            <ac:spMk id="4" creationId="{6449799A-D3FF-326C-880F-373C12F9DD15}"/>
          </ac:spMkLst>
        </pc:spChg>
        <pc:spChg chg="add del mod">
          <ac:chgData name="Usman Yarma" userId="ae7e1287fc5afc9a" providerId="Windows Live" clId="Web-{0305877D-F5ED-4A50-A3EE-991E190B7745}" dt="2025-04-21T19:28:21.593" v="7"/>
          <ac:spMkLst>
            <pc:docMk/>
            <pc:sldMk cId="2526366514" sldId="266"/>
            <ac:spMk id="5" creationId="{9098C438-1CA8-BF6B-2D05-AB770BB6F27F}"/>
          </ac:spMkLst>
        </pc:spChg>
        <pc:spChg chg="mod">
          <ac:chgData name="Usman Yarma" userId="ae7e1287fc5afc9a" providerId="Windows Live" clId="Web-{0305877D-F5ED-4A50-A3EE-991E190B7745}" dt="2025-04-21T19:52:23.039" v="290" actId="20577"/>
          <ac:spMkLst>
            <pc:docMk/>
            <pc:sldMk cId="2526366514" sldId="266"/>
            <ac:spMk id="20" creationId="{9CF5F9E5-24AC-4CFE-9220-E709941217D5}"/>
          </ac:spMkLst>
        </pc:spChg>
        <pc:spChg chg="mod">
          <ac:chgData name="Usman Yarma" userId="ae7e1287fc5afc9a" providerId="Windows Live" clId="Web-{0305877D-F5ED-4A50-A3EE-991E190B7745}" dt="2025-04-21T19:52:18.038" v="287" actId="20577"/>
          <ac:spMkLst>
            <pc:docMk/>
            <pc:sldMk cId="2526366514" sldId="266"/>
            <ac:spMk id="21" creationId="{6D9BC6AE-17F0-84FE-46FC-569B933091CE}"/>
          </ac:spMkLst>
        </pc:spChg>
        <pc:spChg chg="mod">
          <ac:chgData name="Usman Yarma" userId="ae7e1287fc5afc9a" providerId="Windows Live" clId="Web-{0305877D-F5ED-4A50-A3EE-991E190B7745}" dt="2025-04-21T19:52:13.288" v="284" actId="20577"/>
          <ac:spMkLst>
            <pc:docMk/>
            <pc:sldMk cId="2526366514" sldId="266"/>
            <ac:spMk id="22" creationId="{E601C8B3-A62B-F93D-544E-53AE022329BA}"/>
          </ac:spMkLst>
        </pc:spChg>
        <pc:spChg chg="mod">
          <ac:chgData name="Usman Yarma" userId="ae7e1287fc5afc9a" providerId="Windows Live" clId="Web-{0305877D-F5ED-4A50-A3EE-991E190B7745}" dt="2025-04-21T19:53:21.853" v="294" actId="20577"/>
          <ac:spMkLst>
            <pc:docMk/>
            <pc:sldMk cId="2526366514" sldId="266"/>
            <ac:spMk id="24" creationId="{A35E56C5-C47E-1814-1199-B9DEB48B052B}"/>
          </ac:spMkLst>
        </pc:spChg>
      </pc:sldChg>
      <pc:sldChg chg="modSp">
        <pc:chgData name="Usman Yarma" userId="ae7e1287fc5afc9a" providerId="Windows Live" clId="Web-{0305877D-F5ED-4A50-A3EE-991E190B7745}" dt="2025-04-21T20:04:32.949" v="296" actId="20577"/>
        <pc:sldMkLst>
          <pc:docMk/>
          <pc:sldMk cId="3755028541" sldId="275"/>
        </pc:sldMkLst>
        <pc:spChg chg="mod">
          <ac:chgData name="Usman Yarma" userId="ae7e1287fc5afc9a" providerId="Windows Live" clId="Web-{0305877D-F5ED-4A50-A3EE-991E190B7745}" dt="2025-04-21T20:04:32.949" v="296" actId="20577"/>
          <ac:spMkLst>
            <pc:docMk/>
            <pc:sldMk cId="3755028541" sldId="275"/>
            <ac:spMk id="3" creationId="{70B8E739-CBB8-8AF1-A875-B61DF6C8C99D}"/>
          </ac:spMkLst>
        </pc:spChg>
      </pc:sldChg>
    </pc:docChg>
  </pc:docChgLst>
  <pc:docChgLst>
    <pc:chgData name="Usman Yarma" userId="ae7e1287fc5afc9a" providerId="Windows Live" clId="Web-{BC90CE56-5AED-4713-A5F8-CEBABCF759FE}"/>
    <pc:docChg chg="addSld delSld modSld addMainMaster delMainMaster">
      <pc:chgData name="Usman Yarma" userId="ae7e1287fc5afc9a" providerId="Windows Live" clId="Web-{BC90CE56-5AED-4713-A5F8-CEBABCF759FE}" dt="2025-04-19T12:10:14.851" v="156"/>
      <pc:docMkLst>
        <pc:docMk/>
      </pc:docMkLst>
      <pc:sldChg chg="addSp delSp modSp mod setBg modClrScheme delDesignElem chgLayout">
        <pc:chgData name="Usman Yarma" userId="ae7e1287fc5afc9a" providerId="Windows Live" clId="Web-{BC90CE56-5AED-4713-A5F8-CEBABCF759FE}" dt="2025-04-19T11:53:17.436" v="132" actId="14100"/>
        <pc:sldMkLst>
          <pc:docMk/>
          <pc:sldMk cId="109857222" sldId="256"/>
        </pc:sldMkLst>
        <pc:spChg chg="mod ord">
          <ac:chgData name="Usman Yarma" userId="ae7e1287fc5afc9a" providerId="Windows Live" clId="Web-{BC90CE56-5AED-4713-A5F8-CEBABCF759FE}" dt="2025-04-19T11:47:05.765" v="63" actId="20577"/>
          <ac:spMkLst>
            <pc:docMk/>
            <pc:sldMk cId="109857222" sldId="256"/>
            <ac:spMk id="2" creationId="{00000000-0000-0000-0000-000000000000}"/>
          </ac:spMkLst>
        </pc:spChg>
        <pc:spChg chg="mod ord">
          <ac:chgData name="Usman Yarma" userId="ae7e1287fc5afc9a" providerId="Windows Live" clId="Web-{BC90CE56-5AED-4713-A5F8-CEBABCF759FE}" dt="2025-04-19T11:48:41.191" v="77" actId="1076"/>
          <ac:spMkLst>
            <pc:docMk/>
            <pc:sldMk cId="109857222" sldId="256"/>
            <ac:spMk id="3" creationId="{00000000-0000-0000-0000-000000000000}"/>
          </ac:spMkLst>
        </pc:spChg>
        <pc:spChg chg="add del">
          <ac:chgData name="Usman Yarma" userId="ae7e1287fc5afc9a" providerId="Windows Live" clId="Web-{BC90CE56-5AED-4713-A5F8-CEBABCF759FE}" dt="2025-04-19T11:27:48.250" v="2"/>
          <ac:spMkLst>
            <pc:docMk/>
            <pc:sldMk cId="109857222" sldId="256"/>
            <ac:spMk id="8" creationId="{E20BB609-EF92-42DB-836C-0699A590B5CF}"/>
          </ac:spMkLst>
        </pc:spChg>
        <pc:spChg chg="add del">
          <ac:chgData name="Usman Yarma" userId="ae7e1287fc5afc9a" providerId="Windows Live" clId="Web-{BC90CE56-5AED-4713-A5F8-CEBABCF759FE}" dt="2025-04-19T11:27:48.250" v="2"/>
          <ac:spMkLst>
            <pc:docMk/>
            <pc:sldMk cId="109857222" sldId="256"/>
            <ac:spMk id="10" creationId="{B2C335F7-F61C-4EB4-80F2-4B1438FE66BB}"/>
          </ac:spMkLst>
        </pc:spChg>
        <pc:spChg chg="add del">
          <ac:chgData name="Usman Yarma" userId="ae7e1287fc5afc9a" providerId="Windows Live" clId="Web-{BC90CE56-5AED-4713-A5F8-CEBABCF759FE}" dt="2025-04-19T11:46:37.826" v="59"/>
          <ac:spMkLst>
            <pc:docMk/>
            <pc:sldMk cId="109857222" sldId="256"/>
            <ac:spMk id="12" creationId="{D899EBD5-ED24-E8C2-F4DE-DB92419CF8F5}"/>
          </ac:spMkLst>
        </pc:spChg>
        <pc:spChg chg="add del">
          <ac:chgData name="Usman Yarma" userId="ae7e1287fc5afc9a" providerId="Windows Live" clId="Web-{BC90CE56-5AED-4713-A5F8-CEBABCF759FE}" dt="2025-04-19T11:50:01.491" v="89"/>
          <ac:spMkLst>
            <pc:docMk/>
            <pc:sldMk cId="109857222" sldId="256"/>
            <ac:spMk id="16" creationId="{81B90DDF-AC33-A165-8F56-3439D02F107F}"/>
          </ac:spMkLst>
        </pc:spChg>
        <pc:spChg chg="add mod">
          <ac:chgData name="Usman Yarma" userId="ae7e1287fc5afc9a" providerId="Windows Live" clId="Web-{BC90CE56-5AED-4713-A5F8-CEBABCF759FE}" dt="2025-04-19T11:50:54.493" v="108" actId="1076"/>
          <ac:spMkLst>
            <pc:docMk/>
            <pc:sldMk cId="109857222" sldId="256"/>
            <ac:spMk id="17" creationId="{6C3F8B84-B8A4-E00A-E08E-B34499E6207D}"/>
          </ac:spMkLst>
        </pc:spChg>
        <pc:spChg chg="add mod">
          <ac:chgData name="Usman Yarma" userId="ae7e1287fc5afc9a" providerId="Windows Live" clId="Web-{BC90CE56-5AED-4713-A5F8-CEBABCF759FE}" dt="2025-04-19T11:51:18.228" v="111" actId="1076"/>
          <ac:spMkLst>
            <pc:docMk/>
            <pc:sldMk cId="109857222" sldId="256"/>
            <ac:spMk id="18" creationId="{87E5C657-9F4E-E5D0-E5EC-27063AADE381}"/>
          </ac:spMkLst>
        </pc:spChg>
        <pc:spChg chg="add mod">
          <ac:chgData name="Usman Yarma" userId="ae7e1287fc5afc9a" providerId="Windows Live" clId="Web-{BC90CE56-5AED-4713-A5F8-CEBABCF759FE}" dt="2025-04-19T11:51:35.198" v="114" actId="1076"/>
          <ac:spMkLst>
            <pc:docMk/>
            <pc:sldMk cId="109857222" sldId="256"/>
            <ac:spMk id="19" creationId="{FA6EEB84-E091-7210-24C2-6D1203FB0062}"/>
          </ac:spMkLst>
        </pc:spChg>
        <pc:spChg chg="add mod">
          <ac:chgData name="Usman Yarma" userId="ae7e1287fc5afc9a" providerId="Windows Live" clId="Web-{BC90CE56-5AED-4713-A5F8-CEBABCF759FE}" dt="2025-04-19T11:52:48.951" v="121" actId="1076"/>
          <ac:spMkLst>
            <pc:docMk/>
            <pc:sldMk cId="109857222" sldId="256"/>
            <ac:spMk id="20" creationId="{2D852616-7935-325C-13B0-7261D6DF4739}"/>
          </ac:spMkLst>
        </pc:spChg>
        <pc:spChg chg="add mod">
          <ac:chgData name="Usman Yarma" userId="ae7e1287fc5afc9a" providerId="Windows Live" clId="Web-{BC90CE56-5AED-4713-A5F8-CEBABCF759FE}" dt="2025-04-19T11:53:17.436" v="132" actId="14100"/>
          <ac:spMkLst>
            <pc:docMk/>
            <pc:sldMk cId="109857222" sldId="256"/>
            <ac:spMk id="21" creationId="{A4E36C74-1C71-87AA-9BD4-BE4091165044}"/>
          </ac:spMkLst>
        </pc:spChg>
        <pc:spChg chg="add mod">
          <ac:chgData name="Usman Yarma" userId="ae7e1287fc5afc9a" providerId="Windows Live" clId="Web-{BC90CE56-5AED-4713-A5F8-CEBABCF759FE}" dt="2025-04-19T11:52:22.309" v="120" actId="1076"/>
          <ac:spMkLst>
            <pc:docMk/>
            <pc:sldMk cId="109857222" sldId="256"/>
            <ac:spMk id="22" creationId="{56141490-9851-7FE2-4EC2-D3827BC4FBA5}"/>
          </ac:spMkLst>
        </pc:spChg>
        <pc:picChg chg="add del mod">
          <ac:chgData name="Usman Yarma" userId="ae7e1287fc5afc9a" providerId="Windows Live" clId="Web-{BC90CE56-5AED-4713-A5F8-CEBABCF759FE}" dt="2025-04-19T11:38:31.073" v="36"/>
          <ac:picMkLst>
            <pc:docMk/>
            <pc:sldMk cId="109857222" sldId="256"/>
            <ac:picMk id="4" creationId="{41FD0746-0034-1B7A-8190-2014A240D8D6}"/>
          </ac:picMkLst>
        </pc:picChg>
        <pc:picChg chg="add del mod">
          <ac:chgData name="Usman Yarma" userId="ae7e1287fc5afc9a" providerId="Windows Live" clId="Web-{BC90CE56-5AED-4713-A5F8-CEBABCF759FE}" dt="2025-04-19T11:39:09.980" v="44"/>
          <ac:picMkLst>
            <pc:docMk/>
            <pc:sldMk cId="109857222" sldId="256"/>
            <ac:picMk id="5" creationId="{7F0A6BFA-7383-E21E-7DA7-BC00631EA3A0}"/>
          </ac:picMkLst>
        </pc:picChg>
        <pc:picChg chg="add mod">
          <ac:chgData name="Usman Yarma" userId="ae7e1287fc5afc9a" providerId="Windows Live" clId="Web-{BC90CE56-5AED-4713-A5F8-CEBABCF759FE}" dt="2025-04-19T11:48:47.597" v="78" actId="1076"/>
          <ac:picMkLst>
            <pc:docMk/>
            <pc:sldMk cId="109857222" sldId="256"/>
            <ac:picMk id="6" creationId="{D5F92B53-B898-D4BF-7E91-B1F53D2B5FE9}"/>
          </ac:picMkLst>
        </pc:picChg>
        <pc:picChg chg="add mod">
          <ac:chgData name="Usman Yarma" userId="ae7e1287fc5afc9a" providerId="Windows Live" clId="Web-{BC90CE56-5AED-4713-A5F8-CEBABCF759FE}" dt="2025-04-19T11:48:53.472" v="79" actId="1076"/>
          <ac:picMkLst>
            <pc:docMk/>
            <pc:sldMk cId="109857222" sldId="256"/>
            <ac:picMk id="7" creationId="{D02EFF87-5C8A-EB12-B8AF-CA43067BC82D}"/>
          </ac:picMkLst>
        </pc:picChg>
        <pc:picChg chg="add mod">
          <ac:chgData name="Usman Yarma" userId="ae7e1287fc5afc9a" providerId="Windows Live" clId="Web-{BC90CE56-5AED-4713-A5F8-CEBABCF759FE}" dt="2025-04-19T11:49:02.895" v="80" actId="1076"/>
          <ac:picMkLst>
            <pc:docMk/>
            <pc:sldMk cId="109857222" sldId="256"/>
            <ac:picMk id="9" creationId="{08E489EB-E8BE-4BCA-F39C-937E4624E3E9}"/>
          </ac:picMkLst>
        </pc:picChg>
        <pc:picChg chg="add mod">
          <ac:chgData name="Usman Yarma" userId="ae7e1287fc5afc9a" providerId="Windows Live" clId="Web-{BC90CE56-5AED-4713-A5F8-CEBABCF759FE}" dt="2025-04-19T11:49:10.379" v="81" actId="1076"/>
          <ac:picMkLst>
            <pc:docMk/>
            <pc:sldMk cId="109857222" sldId="256"/>
            <ac:picMk id="11" creationId="{3A9CB124-88E3-BADC-D775-2DB9B297FE9E}"/>
          </ac:picMkLst>
        </pc:picChg>
        <pc:picChg chg="add mod">
          <ac:chgData name="Usman Yarma" userId="ae7e1287fc5afc9a" providerId="Windows Live" clId="Web-{BC90CE56-5AED-4713-A5F8-CEBABCF759FE}" dt="2025-04-19T11:49:20.739" v="83" actId="1076"/>
          <ac:picMkLst>
            <pc:docMk/>
            <pc:sldMk cId="109857222" sldId="256"/>
            <ac:picMk id="14" creationId="{68EEDB03-9AC4-6D20-A628-D5CB53D12256}"/>
          </ac:picMkLst>
        </pc:picChg>
        <pc:picChg chg="add mod">
          <ac:chgData name="Usman Yarma" userId="ae7e1287fc5afc9a" providerId="Windows Live" clId="Web-{BC90CE56-5AED-4713-A5F8-CEBABCF759FE}" dt="2025-04-19T11:49:41.740" v="87" actId="1076"/>
          <ac:picMkLst>
            <pc:docMk/>
            <pc:sldMk cId="109857222" sldId="256"/>
            <ac:picMk id="15" creationId="{2233FC79-84BE-79AB-279A-06F22D67A421}"/>
          </ac:picMkLst>
        </pc:picChg>
        <pc:cxnChg chg="add del">
          <ac:chgData name="Usman Yarma" userId="ae7e1287fc5afc9a" providerId="Windows Live" clId="Web-{BC90CE56-5AED-4713-A5F8-CEBABCF759FE}" dt="2025-04-19T11:46:37.826" v="59"/>
          <ac:cxnSpMkLst>
            <pc:docMk/>
            <pc:sldMk cId="109857222" sldId="256"/>
            <ac:cxnSpMk id="13" creationId="{C12C8322-DE75-9D80-9A42-9F4652A874FD}"/>
          </ac:cxnSpMkLst>
        </pc:cxnChg>
      </pc:sldChg>
      <pc:sldChg chg="modSp new">
        <pc:chgData name="Usman Yarma" userId="ae7e1287fc5afc9a" providerId="Windows Live" clId="Web-{BC90CE56-5AED-4713-A5F8-CEBABCF759FE}" dt="2025-04-19T12:09:53.929" v="153" actId="1076"/>
        <pc:sldMkLst>
          <pc:docMk/>
          <pc:sldMk cId="3626523404" sldId="257"/>
        </pc:sldMkLst>
        <pc:spChg chg="mod">
          <ac:chgData name="Usman Yarma" userId="ae7e1287fc5afc9a" providerId="Windows Live" clId="Web-{BC90CE56-5AED-4713-A5F8-CEBABCF759FE}" dt="2025-04-19T12:09:48.225" v="152" actId="20577"/>
          <ac:spMkLst>
            <pc:docMk/>
            <pc:sldMk cId="3626523404" sldId="257"/>
            <ac:spMk id="2" creationId="{1FE59D8D-40F0-1734-E513-F2F6077FD64B}"/>
          </ac:spMkLst>
        </pc:spChg>
        <pc:spChg chg="mod">
          <ac:chgData name="Usman Yarma" userId="ae7e1287fc5afc9a" providerId="Windows Live" clId="Web-{BC90CE56-5AED-4713-A5F8-CEBABCF759FE}" dt="2025-04-19T12:09:53.929" v="153" actId="1076"/>
          <ac:spMkLst>
            <pc:docMk/>
            <pc:sldMk cId="3626523404" sldId="257"/>
            <ac:spMk id="3" creationId="{45E65EB2-9046-C0CC-CC82-B1250CFC1A5D}"/>
          </ac:spMkLst>
        </pc:spChg>
      </pc:sldChg>
      <pc:sldChg chg="new del">
        <pc:chgData name="Usman Yarma" userId="ae7e1287fc5afc9a" providerId="Windows Live" clId="Web-{BC90CE56-5AED-4713-A5F8-CEBABCF759FE}" dt="2025-04-19T12:10:14.851" v="156"/>
        <pc:sldMkLst>
          <pc:docMk/>
          <pc:sldMk cId="3315979758" sldId="258"/>
        </pc:sldMkLst>
      </pc:sldChg>
      <pc:sldChg chg="new">
        <pc:chgData name="Usman Yarma" userId="ae7e1287fc5afc9a" providerId="Windows Live" clId="Web-{BC90CE56-5AED-4713-A5F8-CEBABCF759FE}" dt="2025-04-19T12:10:11.289" v="155"/>
        <pc:sldMkLst>
          <pc:docMk/>
          <pc:sldMk cId="712166877" sldId="259"/>
        </pc:sldMkLst>
      </pc:sldChg>
      <pc:sldMasterChg chg="del delSldLayout">
        <pc:chgData name="Usman Yarma" userId="ae7e1287fc5afc9a" providerId="Windows Live" clId="Web-{BC90CE56-5AED-4713-A5F8-CEBABCF759FE}" dt="2025-04-19T11:26:24.856" v="0"/>
        <pc:sldMasterMkLst>
          <pc:docMk/>
          <pc:sldMasterMk cId="2460954070" sldId="2147483660"/>
        </pc:sldMasterMkLst>
        <pc:sldLayoutChg chg="del">
          <pc:chgData name="Usman Yarma" userId="ae7e1287fc5afc9a" providerId="Windows Live" clId="Web-{BC90CE56-5AED-4713-A5F8-CEBABCF759FE}" dt="2025-04-19T11:26:24.856" v="0"/>
          <pc:sldLayoutMkLst>
            <pc:docMk/>
            <pc:sldMasterMk cId="2460954070" sldId="2147483660"/>
            <pc:sldLayoutMk cId="2385387890" sldId="2147483661"/>
          </pc:sldLayoutMkLst>
        </pc:sldLayoutChg>
        <pc:sldLayoutChg chg="del">
          <pc:chgData name="Usman Yarma" userId="ae7e1287fc5afc9a" providerId="Windows Live" clId="Web-{BC90CE56-5AED-4713-A5F8-CEBABCF759FE}" dt="2025-04-19T11:26:24.856" v="0"/>
          <pc:sldLayoutMkLst>
            <pc:docMk/>
            <pc:sldMasterMk cId="2460954070" sldId="2147483660"/>
            <pc:sldLayoutMk cId="949138452" sldId="2147483662"/>
          </pc:sldLayoutMkLst>
        </pc:sldLayoutChg>
        <pc:sldLayoutChg chg="del">
          <pc:chgData name="Usman Yarma" userId="ae7e1287fc5afc9a" providerId="Windows Live" clId="Web-{BC90CE56-5AED-4713-A5F8-CEBABCF759FE}" dt="2025-04-19T11:26:24.856" v="0"/>
          <pc:sldLayoutMkLst>
            <pc:docMk/>
            <pc:sldMasterMk cId="2460954070" sldId="2147483660"/>
            <pc:sldLayoutMk cId="2591524520" sldId="2147483663"/>
          </pc:sldLayoutMkLst>
        </pc:sldLayoutChg>
        <pc:sldLayoutChg chg="del">
          <pc:chgData name="Usman Yarma" userId="ae7e1287fc5afc9a" providerId="Windows Live" clId="Web-{BC90CE56-5AED-4713-A5F8-CEBABCF759FE}" dt="2025-04-19T11:26:24.856" v="0"/>
          <pc:sldLayoutMkLst>
            <pc:docMk/>
            <pc:sldMasterMk cId="2460954070" sldId="2147483660"/>
            <pc:sldLayoutMk cId="1203092039" sldId="2147483664"/>
          </pc:sldLayoutMkLst>
        </pc:sldLayoutChg>
        <pc:sldLayoutChg chg="del">
          <pc:chgData name="Usman Yarma" userId="ae7e1287fc5afc9a" providerId="Windows Live" clId="Web-{BC90CE56-5AED-4713-A5F8-CEBABCF759FE}" dt="2025-04-19T11:26:24.856" v="0"/>
          <pc:sldLayoutMkLst>
            <pc:docMk/>
            <pc:sldMasterMk cId="2460954070" sldId="2147483660"/>
            <pc:sldLayoutMk cId="3733172339" sldId="2147483665"/>
          </pc:sldLayoutMkLst>
        </pc:sldLayoutChg>
        <pc:sldLayoutChg chg="del">
          <pc:chgData name="Usman Yarma" userId="ae7e1287fc5afc9a" providerId="Windows Live" clId="Web-{BC90CE56-5AED-4713-A5F8-CEBABCF759FE}" dt="2025-04-19T11:26:24.856" v="0"/>
          <pc:sldLayoutMkLst>
            <pc:docMk/>
            <pc:sldMasterMk cId="2460954070" sldId="2147483660"/>
            <pc:sldLayoutMk cId="3210312558" sldId="2147483666"/>
          </pc:sldLayoutMkLst>
        </pc:sldLayoutChg>
        <pc:sldLayoutChg chg="del">
          <pc:chgData name="Usman Yarma" userId="ae7e1287fc5afc9a" providerId="Windows Live" clId="Web-{BC90CE56-5AED-4713-A5F8-CEBABCF759FE}" dt="2025-04-19T11:26:24.856" v="0"/>
          <pc:sldLayoutMkLst>
            <pc:docMk/>
            <pc:sldMasterMk cId="2460954070" sldId="2147483660"/>
            <pc:sldLayoutMk cId="3146388984" sldId="2147483667"/>
          </pc:sldLayoutMkLst>
        </pc:sldLayoutChg>
        <pc:sldLayoutChg chg="del">
          <pc:chgData name="Usman Yarma" userId="ae7e1287fc5afc9a" providerId="Windows Live" clId="Web-{BC90CE56-5AED-4713-A5F8-CEBABCF759FE}" dt="2025-04-19T11:26:24.856" v="0"/>
          <pc:sldLayoutMkLst>
            <pc:docMk/>
            <pc:sldMasterMk cId="2460954070" sldId="2147483660"/>
            <pc:sldLayoutMk cId="3171841454" sldId="2147483668"/>
          </pc:sldLayoutMkLst>
        </pc:sldLayoutChg>
        <pc:sldLayoutChg chg="del">
          <pc:chgData name="Usman Yarma" userId="ae7e1287fc5afc9a" providerId="Windows Live" clId="Web-{BC90CE56-5AED-4713-A5F8-CEBABCF759FE}" dt="2025-04-19T11:26:24.856" v="0"/>
          <pc:sldLayoutMkLst>
            <pc:docMk/>
            <pc:sldMasterMk cId="2460954070" sldId="2147483660"/>
            <pc:sldLayoutMk cId="1718958274" sldId="2147483669"/>
          </pc:sldLayoutMkLst>
        </pc:sldLayoutChg>
        <pc:sldLayoutChg chg="del">
          <pc:chgData name="Usman Yarma" userId="ae7e1287fc5afc9a" providerId="Windows Live" clId="Web-{BC90CE56-5AED-4713-A5F8-CEBABCF759FE}" dt="2025-04-19T11:26:24.856" v="0"/>
          <pc:sldLayoutMkLst>
            <pc:docMk/>
            <pc:sldMasterMk cId="2460954070" sldId="2147483660"/>
            <pc:sldLayoutMk cId="2202905451" sldId="2147483670"/>
          </pc:sldLayoutMkLst>
        </pc:sldLayoutChg>
        <pc:sldLayoutChg chg="del">
          <pc:chgData name="Usman Yarma" userId="ae7e1287fc5afc9a" providerId="Windows Live" clId="Web-{BC90CE56-5AED-4713-A5F8-CEBABCF759FE}" dt="2025-04-19T11:26:24.856" v="0"/>
          <pc:sldLayoutMkLst>
            <pc:docMk/>
            <pc:sldMasterMk cId="2460954070" sldId="2147483660"/>
            <pc:sldLayoutMk cId="3479445657" sldId="2147483671"/>
          </pc:sldLayoutMkLst>
        </pc:sldLayoutChg>
      </pc:sldMasterChg>
      <pc:sldMasterChg chg="add del addSldLayout delSldLayout modSldLayout">
        <pc:chgData name="Usman Yarma" userId="ae7e1287fc5afc9a" providerId="Windows Live" clId="Web-{BC90CE56-5AED-4713-A5F8-CEBABCF759FE}" dt="2025-04-19T11:27:48.281" v="3"/>
        <pc:sldMasterMkLst>
          <pc:docMk/>
          <pc:sldMasterMk cId="3837175773" sldId="2147483672"/>
        </pc:sldMasterMkLst>
        <pc:sldLayoutChg chg="add del mod replId">
          <pc:chgData name="Usman Yarma" userId="ae7e1287fc5afc9a" providerId="Windows Live" clId="Web-{BC90CE56-5AED-4713-A5F8-CEBABCF759FE}" dt="2025-04-19T11:27:48.281" v="3"/>
          <pc:sldLayoutMkLst>
            <pc:docMk/>
            <pc:sldMasterMk cId="3837175773" sldId="2147483672"/>
            <pc:sldLayoutMk cId="2700492988" sldId="2147483673"/>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1195347767" sldId="2147483674"/>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2671249223" sldId="2147483675"/>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825923677" sldId="2147483676"/>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2980761410" sldId="2147483677"/>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3196619614" sldId="2147483678"/>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685246013" sldId="2147483679"/>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1106297178" sldId="2147483680"/>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3208613248" sldId="2147483681"/>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2218742875" sldId="2147483682"/>
          </pc:sldLayoutMkLst>
        </pc:sldLayoutChg>
        <pc:sldLayoutChg chg="add del mod replId">
          <pc:chgData name="Usman Yarma" userId="ae7e1287fc5afc9a" providerId="Windows Live" clId="Web-{BC90CE56-5AED-4713-A5F8-CEBABCF759FE}" dt="2025-04-19T11:27:48.281" v="3"/>
          <pc:sldLayoutMkLst>
            <pc:docMk/>
            <pc:sldMasterMk cId="3837175773" sldId="2147483672"/>
            <pc:sldLayoutMk cId="947229943" sldId="2147483683"/>
          </pc:sldLayoutMkLst>
        </pc:sldLayoutChg>
      </pc:sldMasterChg>
      <pc:sldMasterChg chg="add del addSldLayout delSldLayout">
        <pc:chgData name="Usman Yarma" userId="ae7e1287fc5afc9a" providerId="Windows Live" clId="Web-{BC90CE56-5AED-4713-A5F8-CEBABCF759FE}" dt="2025-04-19T11:27:48.250" v="2"/>
        <pc:sldMasterMkLst>
          <pc:docMk/>
          <pc:sldMasterMk cId="1497431309" sldId="2147483697"/>
        </pc:sldMasterMkLst>
        <pc:sldLayoutChg chg="add del">
          <pc:chgData name="Usman Yarma" userId="ae7e1287fc5afc9a" providerId="Windows Live" clId="Web-{BC90CE56-5AED-4713-A5F8-CEBABCF759FE}" dt="2025-04-19T11:27:48.250" v="2"/>
          <pc:sldLayoutMkLst>
            <pc:docMk/>
            <pc:sldMasterMk cId="1497431309" sldId="2147483697"/>
            <pc:sldLayoutMk cId="1653742505" sldId="2147483686"/>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1336911229" sldId="2147483687"/>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305117807" sldId="2147483688"/>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3263878688" sldId="2147483689"/>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349654063" sldId="2147483690"/>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3423804226" sldId="2147483691"/>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2672284594" sldId="2147483692"/>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349291501" sldId="2147483693"/>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139665230" sldId="2147483694"/>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3684908038" sldId="2147483695"/>
          </pc:sldLayoutMkLst>
        </pc:sldLayoutChg>
        <pc:sldLayoutChg chg="add del">
          <pc:chgData name="Usman Yarma" userId="ae7e1287fc5afc9a" providerId="Windows Live" clId="Web-{BC90CE56-5AED-4713-A5F8-CEBABCF759FE}" dt="2025-04-19T11:27:48.250" v="2"/>
          <pc:sldLayoutMkLst>
            <pc:docMk/>
            <pc:sldMasterMk cId="1497431309" sldId="2147483697"/>
            <pc:sldLayoutMk cId="2858740800" sldId="2147483696"/>
          </pc:sldLayoutMkLst>
        </pc:sldLayoutChg>
      </pc:sldMasterChg>
      <pc:sldMasterChg chg="add del addSldLayout delSldLayout">
        <pc:chgData name="Usman Yarma" userId="ae7e1287fc5afc9a" providerId="Windows Live" clId="Web-{BC90CE56-5AED-4713-A5F8-CEBABCF759FE}" dt="2025-04-19T11:46:37.826" v="59"/>
        <pc:sldMasterMkLst>
          <pc:docMk/>
          <pc:sldMasterMk cId="264039702" sldId="2147483723"/>
        </pc:sldMasterMkLst>
        <pc:sldLayoutChg chg="add del">
          <pc:chgData name="Usman Yarma" userId="ae7e1287fc5afc9a" providerId="Windows Live" clId="Web-{BC90CE56-5AED-4713-A5F8-CEBABCF759FE}" dt="2025-04-19T11:46:37.826" v="59"/>
          <pc:sldLayoutMkLst>
            <pc:docMk/>
            <pc:sldMasterMk cId="264039702" sldId="2147483723"/>
            <pc:sldLayoutMk cId="2693178122" sldId="2147483712"/>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12228173" sldId="2147483713"/>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3246565320" sldId="2147483714"/>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638150176" sldId="2147483715"/>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3469850595" sldId="2147483716"/>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4008623077" sldId="2147483717"/>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2920537292" sldId="2147483718"/>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381537569" sldId="2147483719"/>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1149296209" sldId="2147483720"/>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593988385" sldId="2147483721"/>
          </pc:sldLayoutMkLst>
        </pc:sldLayoutChg>
        <pc:sldLayoutChg chg="add del">
          <pc:chgData name="Usman Yarma" userId="ae7e1287fc5afc9a" providerId="Windows Live" clId="Web-{BC90CE56-5AED-4713-A5F8-CEBABCF759FE}" dt="2025-04-19T11:46:37.826" v="59"/>
          <pc:sldLayoutMkLst>
            <pc:docMk/>
            <pc:sldMasterMk cId="264039702" sldId="2147483723"/>
            <pc:sldLayoutMk cId="4221675228" sldId="2147483722"/>
          </pc:sldLayoutMkLst>
        </pc:sldLayoutChg>
      </pc:sldMasterChg>
      <pc:sldMasterChg chg="add addSldLayout modSldLayout">
        <pc:chgData name="Usman Yarma" userId="ae7e1287fc5afc9a" providerId="Windows Live" clId="Web-{BC90CE56-5AED-4713-A5F8-CEBABCF759FE}" dt="2025-04-19T11:46:37.826" v="59"/>
        <pc:sldMasterMkLst>
          <pc:docMk/>
          <pc:sldMasterMk cId="296557631" sldId="2147483724"/>
        </pc:sldMasterMkLst>
        <pc:sldLayoutChg chg="add mod replId">
          <pc:chgData name="Usman Yarma" userId="ae7e1287fc5afc9a" providerId="Windows Live" clId="Web-{BC90CE56-5AED-4713-A5F8-CEBABCF759FE}" dt="2025-04-19T11:46:37.826" v="59"/>
          <pc:sldLayoutMkLst>
            <pc:docMk/>
            <pc:sldMasterMk cId="296557631" sldId="2147483724"/>
            <pc:sldLayoutMk cId="1018662336" sldId="2147483725"/>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1376263750" sldId="2147483726"/>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4012089174" sldId="2147483727"/>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3133016698" sldId="2147483728"/>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4235304290" sldId="2147483729"/>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2216774771" sldId="2147483730"/>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2048044912" sldId="2147483731"/>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3120856696" sldId="2147483732"/>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2678046697" sldId="2147483733"/>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257161649" sldId="2147483734"/>
          </pc:sldLayoutMkLst>
        </pc:sldLayoutChg>
        <pc:sldLayoutChg chg="add mod replId">
          <pc:chgData name="Usman Yarma" userId="ae7e1287fc5afc9a" providerId="Windows Live" clId="Web-{BC90CE56-5AED-4713-A5F8-CEBABCF759FE}" dt="2025-04-19T11:46:37.826" v="59"/>
          <pc:sldLayoutMkLst>
            <pc:docMk/>
            <pc:sldMasterMk cId="296557631" sldId="2147483724"/>
            <pc:sldLayoutMk cId="1036869065" sldId="2147483735"/>
          </pc:sldLayoutMkLst>
        </pc:sldLayoutChg>
      </pc:sldMasterChg>
    </pc:docChg>
  </pc:docChgLst>
  <pc:docChgLst>
    <pc:chgData name="Usman Yarma" userId="ae7e1287fc5afc9a" providerId="Windows Live" clId="Web-{09F8A84F-CD59-4B86-A1B4-8C7E3000D3BA}"/>
    <pc:docChg chg="addSld delSld modSld addMainMaster delMainMaster">
      <pc:chgData name="Usman Yarma" userId="ae7e1287fc5afc9a" providerId="Windows Live" clId="Web-{09F8A84F-CD59-4B86-A1B4-8C7E3000D3BA}" dt="2025-04-19T16:07:43.371" v="250" actId="20577"/>
      <pc:docMkLst>
        <pc:docMk/>
      </pc:docMkLst>
      <pc:sldChg chg="modSp mod modClrScheme chgLayout">
        <pc:chgData name="Usman Yarma" userId="ae7e1287fc5afc9a" providerId="Windows Live" clId="Web-{09F8A84F-CD59-4B86-A1B4-8C7E3000D3BA}" dt="2025-04-19T16:07:43.371" v="250" actId="20577"/>
        <pc:sldMkLst>
          <pc:docMk/>
          <pc:sldMk cId="109857222" sldId="256"/>
        </pc:sldMkLst>
        <pc:spChg chg="mod ord">
          <ac:chgData name="Usman Yarma" userId="ae7e1287fc5afc9a" providerId="Windows Live" clId="Web-{09F8A84F-CD59-4B86-A1B4-8C7E3000D3BA}" dt="2025-04-19T16:07:43.371" v="250" actId="20577"/>
          <ac:spMkLst>
            <pc:docMk/>
            <pc:sldMk cId="109857222" sldId="256"/>
            <ac:spMk id="2" creationId="{00000000-0000-0000-0000-000000000000}"/>
          </ac:spMkLst>
        </pc:spChg>
        <pc:spChg chg="mod ord">
          <ac:chgData name="Usman Yarma" userId="ae7e1287fc5afc9a" providerId="Windows Live" clId="Web-{09F8A84F-CD59-4B86-A1B4-8C7E3000D3BA}" dt="2025-04-19T16:07:40.090" v="249"/>
          <ac:spMkLst>
            <pc:docMk/>
            <pc:sldMk cId="109857222" sldId="256"/>
            <ac:spMk id="3" creationId="{00000000-0000-0000-0000-000000000000}"/>
          </ac:spMkLst>
        </pc:spChg>
      </pc:sldChg>
      <pc:sldChg chg="modSp mod modClrScheme chgLayout modNotes">
        <pc:chgData name="Usman Yarma" userId="ae7e1287fc5afc9a" providerId="Windows Live" clId="Web-{09F8A84F-CD59-4B86-A1B4-8C7E3000D3BA}" dt="2025-04-19T16:07:40.090" v="249"/>
        <pc:sldMkLst>
          <pc:docMk/>
          <pc:sldMk cId="3626523404" sldId="257"/>
        </pc:sldMkLst>
        <pc:spChg chg="mod ord">
          <ac:chgData name="Usman Yarma" userId="ae7e1287fc5afc9a" providerId="Windows Live" clId="Web-{09F8A84F-CD59-4B86-A1B4-8C7E3000D3BA}" dt="2025-04-19T16:07:40.090" v="249"/>
          <ac:spMkLst>
            <pc:docMk/>
            <pc:sldMk cId="3626523404" sldId="257"/>
            <ac:spMk id="2" creationId="{1FE59D8D-40F0-1734-E513-F2F6077FD64B}"/>
          </ac:spMkLst>
        </pc:spChg>
        <pc:spChg chg="mod ord">
          <ac:chgData name="Usman Yarma" userId="ae7e1287fc5afc9a" providerId="Windows Live" clId="Web-{09F8A84F-CD59-4B86-A1B4-8C7E3000D3BA}" dt="2025-04-19T16:07:40.090" v="249"/>
          <ac:spMkLst>
            <pc:docMk/>
            <pc:sldMk cId="3626523404" sldId="257"/>
            <ac:spMk id="3" creationId="{45E65EB2-9046-C0CC-CC82-B1250CFC1A5D}"/>
          </ac:spMkLst>
        </pc:spChg>
      </pc:sldChg>
      <pc:sldChg chg="addSp modSp mod modClrScheme chgLayout modNotes">
        <pc:chgData name="Usman Yarma" userId="ae7e1287fc5afc9a" providerId="Windows Live" clId="Web-{09F8A84F-CD59-4B86-A1B4-8C7E3000D3BA}" dt="2025-04-19T16:07:40.090" v="249"/>
        <pc:sldMkLst>
          <pc:docMk/>
          <pc:sldMk cId="712166877" sldId="259"/>
        </pc:sldMkLst>
        <pc:spChg chg="add mod">
          <ac:chgData name="Usman Yarma" userId="ae7e1287fc5afc9a" providerId="Windows Live" clId="Web-{09F8A84F-CD59-4B86-A1B4-8C7E3000D3BA}" dt="2025-04-19T13:27:33.351" v="76" actId="1076"/>
          <ac:spMkLst>
            <pc:docMk/>
            <pc:sldMk cId="712166877" sldId="259"/>
            <ac:spMk id="2" creationId="{6E560D4D-E636-479F-8172-FE4057E9E3B8}"/>
          </ac:spMkLst>
        </pc:spChg>
        <pc:spChg chg="add mod">
          <ac:chgData name="Usman Yarma" userId="ae7e1287fc5afc9a" providerId="Windows Live" clId="Web-{09F8A84F-CD59-4B86-A1B4-8C7E3000D3BA}" dt="2025-04-19T13:27:51.493" v="78" actId="14100"/>
          <ac:spMkLst>
            <pc:docMk/>
            <pc:sldMk cId="712166877" sldId="259"/>
            <ac:spMk id="3" creationId="{728451AD-6942-5CA2-2143-E79D96BB2C74}"/>
          </ac:spMkLst>
        </pc:spChg>
      </pc:sldChg>
      <pc:sldChg chg="addSp delSp modSp new mod modClrScheme chgLayout modNotes">
        <pc:chgData name="Usman Yarma" userId="ae7e1287fc5afc9a" providerId="Windows Live" clId="Web-{09F8A84F-CD59-4B86-A1B4-8C7E3000D3BA}" dt="2025-04-19T16:07:40.090" v="249"/>
        <pc:sldMkLst>
          <pc:docMk/>
          <pc:sldMk cId="1004059285" sldId="260"/>
        </pc:sldMkLst>
        <pc:spChg chg="add mod">
          <ac:chgData name="Usman Yarma" userId="ae7e1287fc5afc9a" providerId="Windows Live" clId="Web-{09F8A84F-CD59-4B86-A1B4-8C7E3000D3BA}" dt="2025-04-19T13:43:30.265" v="137" actId="1076"/>
          <ac:spMkLst>
            <pc:docMk/>
            <pc:sldMk cId="1004059285" sldId="260"/>
            <ac:spMk id="2" creationId="{2CBF5639-5524-A5F6-4623-03246C3B95A7}"/>
          </ac:spMkLst>
        </pc:spChg>
        <pc:spChg chg="add mod">
          <ac:chgData name="Usman Yarma" userId="ae7e1287fc5afc9a" providerId="Windows Live" clId="Web-{09F8A84F-CD59-4B86-A1B4-8C7E3000D3BA}" dt="2025-04-19T13:52:48.667" v="208" actId="20577"/>
          <ac:spMkLst>
            <pc:docMk/>
            <pc:sldMk cId="1004059285" sldId="260"/>
            <ac:spMk id="5" creationId="{1711CED4-1905-6B84-10A7-C74533F5E165}"/>
          </ac:spMkLst>
        </pc:spChg>
        <pc:spChg chg="add mod">
          <ac:chgData name="Usman Yarma" userId="ae7e1287fc5afc9a" providerId="Windows Live" clId="Web-{09F8A84F-CD59-4B86-A1B4-8C7E3000D3BA}" dt="2025-04-19T13:48:27.480" v="172" actId="1076"/>
          <ac:spMkLst>
            <pc:docMk/>
            <pc:sldMk cId="1004059285" sldId="260"/>
            <ac:spMk id="6" creationId="{8818A2C5-D8B3-EB74-932E-628B85B958A1}"/>
          </ac:spMkLst>
        </pc:spChg>
        <pc:spChg chg="add mod">
          <ac:chgData name="Usman Yarma" userId="ae7e1287fc5afc9a" providerId="Windows Live" clId="Web-{09F8A84F-CD59-4B86-A1B4-8C7E3000D3BA}" dt="2025-04-19T13:52:34.183" v="206" actId="20577"/>
          <ac:spMkLst>
            <pc:docMk/>
            <pc:sldMk cId="1004059285" sldId="260"/>
            <ac:spMk id="7" creationId="{8A2FCEFC-3530-523D-32E9-33563C0F6463}"/>
          </ac:spMkLst>
        </pc:spChg>
        <pc:spChg chg="add del">
          <ac:chgData name="Usman Yarma" userId="ae7e1287fc5afc9a" providerId="Windows Live" clId="Web-{09F8A84F-CD59-4B86-A1B4-8C7E3000D3BA}" dt="2025-04-19T13:51:52.644" v="202"/>
          <ac:spMkLst>
            <pc:docMk/>
            <pc:sldMk cId="1004059285" sldId="260"/>
            <ac:spMk id="8" creationId="{71B18D5E-B159-DD9E-209D-E56F7768B8D9}"/>
          </ac:spMkLst>
        </pc:spChg>
        <pc:spChg chg="add del">
          <ac:chgData name="Usman Yarma" userId="ae7e1287fc5afc9a" providerId="Windows Live" clId="Web-{09F8A84F-CD59-4B86-A1B4-8C7E3000D3BA}" dt="2025-04-19T13:52:07.582" v="204"/>
          <ac:spMkLst>
            <pc:docMk/>
            <pc:sldMk cId="1004059285" sldId="260"/>
            <ac:spMk id="9" creationId="{9CA6F5A2-E90C-68F4-451E-DF98222C8A12}"/>
          </ac:spMkLst>
        </pc:spChg>
        <pc:spChg chg="add mod">
          <ac:chgData name="Usman Yarma" userId="ae7e1287fc5afc9a" providerId="Windows Live" clId="Web-{09F8A84F-CD59-4B86-A1B4-8C7E3000D3BA}" dt="2025-04-19T13:54:03.139" v="224" actId="20577"/>
          <ac:spMkLst>
            <pc:docMk/>
            <pc:sldMk cId="1004059285" sldId="260"/>
            <ac:spMk id="10" creationId="{4FE6FFF1-0510-B17A-EDDC-C8C79764EFB9}"/>
          </ac:spMkLst>
        </pc:spChg>
        <pc:cxnChg chg="add mod">
          <ac:chgData name="Usman Yarma" userId="ae7e1287fc5afc9a" providerId="Windows Live" clId="Web-{09F8A84F-CD59-4B86-A1B4-8C7E3000D3BA}" dt="2025-04-19T13:44:35.705" v="139" actId="14100"/>
          <ac:cxnSpMkLst>
            <pc:docMk/>
            <pc:sldMk cId="1004059285" sldId="260"/>
            <ac:cxnSpMk id="3" creationId="{BD6C5612-EE70-A565-C01F-2FA8A1BB5329}"/>
          </ac:cxnSpMkLst>
        </pc:cxnChg>
        <pc:cxnChg chg="add mod">
          <ac:chgData name="Usman Yarma" userId="ae7e1287fc5afc9a" providerId="Windows Live" clId="Web-{09F8A84F-CD59-4B86-A1B4-8C7E3000D3BA}" dt="2025-04-19T13:43:47.907" v="138" actId="14100"/>
          <ac:cxnSpMkLst>
            <pc:docMk/>
            <pc:sldMk cId="1004059285" sldId="260"/>
            <ac:cxnSpMk id="4" creationId="{C7F4D6F2-B34D-8AB7-4036-C4216EE2C07C}"/>
          </ac:cxnSpMkLst>
        </pc:cxnChg>
      </pc:sldChg>
      <pc:sldChg chg="new mod modClrScheme chgLayout">
        <pc:chgData name="Usman Yarma" userId="ae7e1287fc5afc9a" providerId="Windows Live" clId="Web-{09F8A84F-CD59-4B86-A1B4-8C7E3000D3BA}" dt="2025-04-19T16:07:40.090" v="249"/>
        <pc:sldMkLst>
          <pc:docMk/>
          <pc:sldMk cId="908913435" sldId="261"/>
        </pc:sldMkLst>
      </pc:sldChg>
      <pc:sldChg chg="new mod modClrScheme chgLayout">
        <pc:chgData name="Usman Yarma" userId="ae7e1287fc5afc9a" providerId="Windows Live" clId="Web-{09F8A84F-CD59-4B86-A1B4-8C7E3000D3BA}" dt="2025-04-19T16:07:40.090" v="249"/>
        <pc:sldMkLst>
          <pc:docMk/>
          <pc:sldMk cId="3460398781" sldId="262"/>
        </pc:sldMkLst>
      </pc:sldChg>
      <pc:sldChg chg="new del">
        <pc:chgData name="Usman Yarma" userId="ae7e1287fc5afc9a" providerId="Windows Live" clId="Web-{09F8A84F-CD59-4B86-A1B4-8C7E3000D3BA}" dt="2025-04-19T16:03:57.206" v="231"/>
        <pc:sldMkLst>
          <pc:docMk/>
          <pc:sldMk cId="2443411290" sldId="263"/>
        </pc:sldMkLst>
      </pc:sldChg>
      <pc:sldChg chg="addSp delSp modSp new del">
        <pc:chgData name="Usman Yarma" userId="ae7e1287fc5afc9a" providerId="Windows Live" clId="Web-{09F8A84F-CD59-4B86-A1B4-8C7E3000D3BA}" dt="2025-04-19T16:05:06.240" v="237"/>
        <pc:sldMkLst>
          <pc:docMk/>
          <pc:sldMk cId="400045495" sldId="264"/>
        </pc:sldMkLst>
        <pc:spChg chg="add del mod">
          <ac:chgData name="Usman Yarma" userId="ae7e1287fc5afc9a" providerId="Windows Live" clId="Web-{09F8A84F-CD59-4B86-A1B4-8C7E3000D3BA}" dt="2025-04-19T16:04:10.394" v="235"/>
          <ac:spMkLst>
            <pc:docMk/>
            <pc:sldMk cId="400045495" sldId="264"/>
            <ac:spMk id="2" creationId="{2325FE92-1804-4A75-1B09-FDDB55D1B627}"/>
          </ac:spMkLst>
        </pc:spChg>
      </pc:sldChg>
      <pc:sldChg chg="addSp modSp new mod modClrScheme chgLayout modNotes">
        <pc:chgData name="Usman Yarma" userId="ae7e1287fc5afc9a" providerId="Windows Live" clId="Web-{09F8A84F-CD59-4B86-A1B4-8C7E3000D3BA}" dt="2025-04-19T16:07:40.090" v="249"/>
        <pc:sldMkLst>
          <pc:docMk/>
          <pc:sldMk cId="813555856" sldId="265"/>
        </pc:sldMkLst>
        <pc:picChg chg="add mod">
          <ac:chgData name="Usman Yarma" userId="ae7e1287fc5afc9a" providerId="Windows Live" clId="Web-{09F8A84F-CD59-4B86-A1B4-8C7E3000D3BA}" dt="2025-04-19T16:06:02.321" v="239" actId="14100"/>
          <ac:picMkLst>
            <pc:docMk/>
            <pc:sldMk cId="813555856" sldId="265"/>
            <ac:picMk id="2" creationId="{AB54135C-1B66-4C82-E8BB-A76266C611B2}"/>
          </ac:picMkLst>
        </pc:picChg>
      </pc:sldChg>
      <pc:sldMasterChg chg="add del addSldLayout delSldLayout">
        <pc:chgData name="Usman Yarma" userId="ae7e1287fc5afc9a" providerId="Windows Live" clId="Web-{09F8A84F-CD59-4B86-A1B4-8C7E3000D3BA}" dt="2025-04-19T16:07:40.090" v="249"/>
        <pc:sldMasterMkLst>
          <pc:docMk/>
          <pc:sldMasterMk cId="296557631" sldId="2147483724"/>
        </pc:sldMasterMkLst>
        <pc:sldLayoutChg chg="add del">
          <pc:chgData name="Usman Yarma" userId="ae7e1287fc5afc9a" providerId="Windows Live" clId="Web-{09F8A84F-CD59-4B86-A1B4-8C7E3000D3BA}" dt="2025-04-19T16:07:40.090" v="249"/>
          <pc:sldLayoutMkLst>
            <pc:docMk/>
            <pc:sldMasterMk cId="296557631" sldId="2147483724"/>
            <pc:sldLayoutMk cId="1018662336" sldId="2147483725"/>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1376263750" sldId="2147483726"/>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4012089174" sldId="2147483727"/>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3133016698" sldId="2147483728"/>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4235304290" sldId="2147483729"/>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2216774771" sldId="2147483730"/>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2048044912" sldId="2147483731"/>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3120856696" sldId="2147483732"/>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2678046697" sldId="2147483733"/>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257161649" sldId="2147483734"/>
          </pc:sldLayoutMkLst>
        </pc:sldLayoutChg>
        <pc:sldLayoutChg chg="add del">
          <pc:chgData name="Usman Yarma" userId="ae7e1287fc5afc9a" providerId="Windows Live" clId="Web-{09F8A84F-CD59-4B86-A1B4-8C7E3000D3BA}" dt="2025-04-19T16:07:40.090" v="249"/>
          <pc:sldLayoutMkLst>
            <pc:docMk/>
            <pc:sldMasterMk cId="296557631" sldId="2147483724"/>
            <pc:sldLayoutMk cId="1036869065" sldId="2147483735"/>
          </pc:sldLayoutMkLst>
        </pc:sldLayoutChg>
      </pc:sldMasterChg>
      <pc:sldMasterChg chg="add del addSldLayout delSldLayout modSldLayout">
        <pc:chgData name="Usman Yarma" userId="ae7e1287fc5afc9a" providerId="Windows Live" clId="Web-{09F8A84F-CD59-4B86-A1B4-8C7E3000D3BA}" dt="2025-04-19T16:07:40.090" v="249"/>
        <pc:sldMasterMkLst>
          <pc:docMk/>
          <pc:sldMasterMk cId="1018777197" sldId="2147483736"/>
        </pc:sldMasterMkLst>
        <pc:sldLayoutChg chg="add del mod replId">
          <pc:chgData name="Usman Yarma" userId="ae7e1287fc5afc9a" providerId="Windows Live" clId="Web-{09F8A84F-CD59-4B86-A1B4-8C7E3000D3BA}" dt="2025-04-19T16:07:40.090" v="249"/>
          <pc:sldLayoutMkLst>
            <pc:docMk/>
            <pc:sldMasterMk cId="1018777197" sldId="2147483736"/>
            <pc:sldLayoutMk cId="1070587074" sldId="2147483737"/>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2145895056" sldId="2147483738"/>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1408021904" sldId="2147483739"/>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1138279437" sldId="2147483740"/>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1532805169" sldId="2147483741"/>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4257857971" sldId="2147483742"/>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3445652174" sldId="2147483743"/>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1343083842" sldId="2147483744"/>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3751160474" sldId="2147483745"/>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784432448" sldId="2147483746"/>
          </pc:sldLayoutMkLst>
        </pc:sldLayoutChg>
        <pc:sldLayoutChg chg="add del mod replId">
          <pc:chgData name="Usman Yarma" userId="ae7e1287fc5afc9a" providerId="Windows Live" clId="Web-{09F8A84F-CD59-4B86-A1B4-8C7E3000D3BA}" dt="2025-04-19T16:07:40.090" v="249"/>
          <pc:sldLayoutMkLst>
            <pc:docMk/>
            <pc:sldMasterMk cId="1018777197" sldId="2147483736"/>
            <pc:sldLayoutMk cId="2298223364" sldId="2147483747"/>
          </pc:sldLayoutMkLst>
        </pc:sldLayoutChg>
      </pc:sldMasterChg>
      <pc:sldMasterChg chg="add del addSldLayout delSldLayout modSldLayout">
        <pc:chgData name="Usman Yarma" userId="ae7e1287fc5afc9a" providerId="Windows Live" clId="Web-{09F8A84F-CD59-4B86-A1B4-8C7E3000D3BA}" dt="2025-04-19T16:07:21.652" v="245"/>
        <pc:sldMasterMkLst>
          <pc:docMk/>
          <pc:sldMasterMk cId="3587429902" sldId="2147483736"/>
        </pc:sldMasterMkLst>
        <pc:sldLayoutChg chg="add del mod replId">
          <pc:chgData name="Usman Yarma" userId="ae7e1287fc5afc9a" providerId="Windows Live" clId="Web-{09F8A84F-CD59-4B86-A1B4-8C7E3000D3BA}" dt="2025-04-19T16:07:21.652" v="245"/>
          <pc:sldLayoutMkLst>
            <pc:docMk/>
            <pc:sldMasterMk cId="3587429902" sldId="2147483736"/>
            <pc:sldLayoutMk cId="2036345951" sldId="2147483737"/>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1267333474" sldId="2147483738"/>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4137469598" sldId="2147483739"/>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4013327597" sldId="2147483740"/>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1668610281" sldId="2147483741"/>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3034728177" sldId="2147483742"/>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3887846547" sldId="2147483743"/>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111311549" sldId="2147483744"/>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1244628492" sldId="2147483745"/>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4257361561" sldId="2147483746"/>
          </pc:sldLayoutMkLst>
        </pc:sldLayoutChg>
        <pc:sldLayoutChg chg="add del mod replId">
          <pc:chgData name="Usman Yarma" userId="ae7e1287fc5afc9a" providerId="Windows Live" clId="Web-{09F8A84F-CD59-4B86-A1B4-8C7E3000D3BA}" dt="2025-04-19T16:07:21.652" v="245"/>
          <pc:sldLayoutMkLst>
            <pc:docMk/>
            <pc:sldMasterMk cId="3587429902" sldId="2147483736"/>
            <pc:sldLayoutMk cId="2273782289" sldId="2147483747"/>
          </pc:sldLayoutMkLst>
        </pc:sldLayoutChg>
      </pc:sldMasterChg>
      <pc:sldMasterChg chg="add del addSldLayout delSldLayout modSldLayout">
        <pc:chgData name="Usman Yarma" userId="ae7e1287fc5afc9a" providerId="Windows Live" clId="Web-{09F8A84F-CD59-4B86-A1B4-8C7E3000D3BA}" dt="2025-04-19T16:07:37.246" v="248"/>
        <pc:sldMasterMkLst>
          <pc:docMk/>
          <pc:sldMasterMk cId="1964069219" sldId="2147483748"/>
        </pc:sldMasterMkLst>
        <pc:sldLayoutChg chg="add del mod replId">
          <pc:chgData name="Usman Yarma" userId="ae7e1287fc5afc9a" providerId="Windows Live" clId="Web-{09F8A84F-CD59-4B86-A1B4-8C7E3000D3BA}" dt="2025-04-19T16:07:37.246" v="248"/>
          <pc:sldLayoutMkLst>
            <pc:docMk/>
            <pc:sldMasterMk cId="1964069219" sldId="2147483748"/>
            <pc:sldLayoutMk cId="1006084127" sldId="2147483749"/>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3777373257" sldId="2147483750"/>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3262075892" sldId="2147483751"/>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2941236747" sldId="2147483752"/>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2180802815" sldId="2147483753"/>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3450357883" sldId="2147483754"/>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1168447755" sldId="2147483755"/>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4106786564" sldId="2147483756"/>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2502279187" sldId="2147483757"/>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3744282758" sldId="2147483758"/>
          </pc:sldLayoutMkLst>
        </pc:sldLayoutChg>
        <pc:sldLayoutChg chg="add del mod replId">
          <pc:chgData name="Usman Yarma" userId="ae7e1287fc5afc9a" providerId="Windows Live" clId="Web-{09F8A84F-CD59-4B86-A1B4-8C7E3000D3BA}" dt="2025-04-19T16:07:37.246" v="248"/>
          <pc:sldLayoutMkLst>
            <pc:docMk/>
            <pc:sldMasterMk cId="1964069219" sldId="2147483748"/>
            <pc:sldLayoutMk cId="241205275" sldId="2147483759"/>
          </pc:sldLayoutMkLst>
        </pc:sldLayoutChg>
      </pc:sldMasterChg>
    </pc:docChg>
  </pc:docChgLst>
  <pc:docChgLst>
    <pc:chgData name="Usman Yarma" userId="ae7e1287fc5afc9a" providerId="Windows Live" clId="Web-{FA9DF401-38A5-44B8-825E-83B070804F0C}"/>
    <pc:docChg chg="modSld">
      <pc:chgData name="Usman Yarma" userId="ae7e1287fc5afc9a" providerId="Windows Live" clId="Web-{FA9DF401-38A5-44B8-825E-83B070804F0C}" dt="2025-04-20T20:46:53.722" v="41" actId="1076"/>
      <pc:docMkLst>
        <pc:docMk/>
      </pc:docMkLst>
      <pc:sldChg chg="addSp delSp modSp mod setBg">
        <pc:chgData name="Usman Yarma" userId="ae7e1287fc5afc9a" providerId="Windows Live" clId="Web-{FA9DF401-38A5-44B8-825E-83B070804F0C}" dt="2025-04-20T20:46:08.860" v="22" actId="20577"/>
        <pc:sldMkLst>
          <pc:docMk/>
          <pc:sldMk cId="3795180137" sldId="267"/>
        </pc:sldMkLst>
        <pc:spChg chg="mod">
          <ac:chgData name="Usman Yarma" userId="ae7e1287fc5afc9a" providerId="Windows Live" clId="Web-{FA9DF401-38A5-44B8-825E-83B070804F0C}" dt="2025-04-20T20:45:54.672" v="19"/>
          <ac:spMkLst>
            <pc:docMk/>
            <pc:sldMk cId="3795180137" sldId="267"/>
            <ac:spMk id="2" creationId="{A1827CEA-58C5-49BE-D376-69A27F80BBA1}"/>
          </ac:spMkLst>
        </pc:spChg>
        <pc:spChg chg="add mod">
          <ac:chgData name="Usman Yarma" userId="ae7e1287fc5afc9a" providerId="Windows Live" clId="Web-{FA9DF401-38A5-44B8-825E-83B070804F0C}" dt="2025-04-20T20:46:08.860" v="22" actId="20577"/>
          <ac:spMkLst>
            <pc:docMk/>
            <pc:sldMk cId="3795180137" sldId="267"/>
            <ac:spMk id="3" creationId="{B3AD3B3F-7811-6BF6-A9F1-7FCF70530866}"/>
          </ac:spMkLst>
        </pc:spChg>
        <pc:spChg chg="del mod">
          <ac:chgData name="Usman Yarma" userId="ae7e1287fc5afc9a" providerId="Windows Live" clId="Web-{FA9DF401-38A5-44B8-825E-83B070804F0C}" dt="2025-04-20T20:44:48.357" v="2"/>
          <ac:spMkLst>
            <pc:docMk/>
            <pc:sldMk cId="3795180137" sldId="267"/>
            <ac:spMk id="4" creationId="{155FFBEF-36E9-FCB4-DC02-0FE4D5760337}"/>
          </ac:spMkLst>
        </pc:spChg>
        <pc:spChg chg="add">
          <ac:chgData name="Usman Yarma" userId="ae7e1287fc5afc9a" providerId="Windows Live" clId="Web-{FA9DF401-38A5-44B8-825E-83B070804F0C}" dt="2025-04-20T20:45:54.672" v="19"/>
          <ac:spMkLst>
            <pc:docMk/>
            <pc:sldMk cId="3795180137" sldId="267"/>
            <ac:spMk id="10" creationId="{EDDBB197-D710-4A4F-A9CA-FD2177498BE8}"/>
          </ac:spMkLst>
        </pc:spChg>
        <pc:spChg chg="add">
          <ac:chgData name="Usman Yarma" userId="ae7e1287fc5afc9a" providerId="Windows Live" clId="Web-{FA9DF401-38A5-44B8-825E-83B070804F0C}" dt="2025-04-20T20:45:54.672" v="19"/>
          <ac:spMkLst>
            <pc:docMk/>
            <pc:sldMk cId="3795180137" sldId="267"/>
            <ac:spMk id="12" creationId="{975D1CFA-2CDB-4B64-BD9F-85744E8DA12F}"/>
          </ac:spMkLst>
        </pc:spChg>
        <pc:grpChg chg="add">
          <ac:chgData name="Usman Yarma" userId="ae7e1287fc5afc9a" providerId="Windows Live" clId="Web-{FA9DF401-38A5-44B8-825E-83B070804F0C}" dt="2025-04-20T20:45:54.672" v="19"/>
          <ac:grpSpMkLst>
            <pc:docMk/>
            <pc:sldMk cId="3795180137" sldId="267"/>
            <ac:grpSpMk id="14" creationId="{25EE5136-01F1-466C-962D-BA9B4C6757AA}"/>
          </ac:grpSpMkLst>
        </pc:grpChg>
        <pc:picChg chg="add">
          <ac:chgData name="Usman Yarma" userId="ae7e1287fc5afc9a" providerId="Windows Live" clId="Web-{FA9DF401-38A5-44B8-825E-83B070804F0C}" dt="2025-04-20T20:45:54.672" v="19"/>
          <ac:picMkLst>
            <pc:docMk/>
            <pc:sldMk cId="3795180137" sldId="267"/>
            <ac:picMk id="7" creationId="{67B9D9AF-612E-437D-F294-CF32DB369268}"/>
          </ac:picMkLst>
        </pc:picChg>
      </pc:sldChg>
      <pc:sldChg chg="addSp modSp">
        <pc:chgData name="Usman Yarma" userId="ae7e1287fc5afc9a" providerId="Windows Live" clId="Web-{FA9DF401-38A5-44B8-825E-83B070804F0C}" dt="2025-04-20T20:46:53.722" v="41" actId="1076"/>
        <pc:sldMkLst>
          <pc:docMk/>
          <pc:sldMk cId="347065716" sldId="276"/>
        </pc:sldMkLst>
        <pc:spChg chg="add mod">
          <ac:chgData name="Usman Yarma" userId="ae7e1287fc5afc9a" providerId="Windows Live" clId="Web-{FA9DF401-38A5-44B8-825E-83B070804F0C}" dt="2025-04-20T20:46:53.722" v="41" actId="1076"/>
          <ac:spMkLst>
            <pc:docMk/>
            <pc:sldMk cId="347065716" sldId="276"/>
            <ac:spMk id="3" creationId="{BD21D04A-BCE8-7B66-44C5-504161783536}"/>
          </ac:spMkLst>
        </pc:spChg>
      </pc:sldChg>
    </pc:docChg>
  </pc:docChgLst>
  <pc:docChgLst>
    <pc:chgData name="Usman Yarma" userId="ae7e1287fc5afc9a" providerId="Windows Live" clId="Web-{DF7C5319-B046-D291-C00F-BC84481DF8ED}"/>
    <pc:docChg chg="modSld">
      <pc:chgData name="Usman Yarma" userId="ae7e1287fc5afc9a" providerId="Windows Live" clId="Web-{DF7C5319-B046-D291-C00F-BC84481DF8ED}" dt="2025-04-21T21:35:44.178" v="13"/>
      <pc:docMkLst>
        <pc:docMk/>
      </pc:docMkLst>
      <pc:sldChg chg="modNotes">
        <pc:chgData name="Usman Yarma" userId="ae7e1287fc5afc9a" providerId="Windows Live" clId="Web-{DF7C5319-B046-D291-C00F-BC84481DF8ED}" dt="2025-04-21T21:28:19.030" v="5"/>
        <pc:sldMkLst>
          <pc:docMk/>
          <pc:sldMk cId="3626523404" sldId="257"/>
        </pc:sldMkLst>
      </pc:sldChg>
      <pc:sldChg chg="modNotes">
        <pc:chgData name="Usman Yarma" userId="ae7e1287fc5afc9a" providerId="Windows Live" clId="Web-{DF7C5319-B046-D291-C00F-BC84481DF8ED}" dt="2025-04-21T21:26:43.400" v="3"/>
        <pc:sldMkLst>
          <pc:docMk/>
          <pc:sldMk cId="813555856" sldId="265"/>
        </pc:sldMkLst>
      </pc:sldChg>
      <pc:sldChg chg="modNotes">
        <pc:chgData name="Usman Yarma" userId="ae7e1287fc5afc9a" providerId="Windows Live" clId="Web-{DF7C5319-B046-D291-C00F-BC84481DF8ED}" dt="2025-04-21T21:26:03.616" v="1"/>
        <pc:sldMkLst>
          <pc:docMk/>
          <pc:sldMk cId="3795180137" sldId="267"/>
        </pc:sldMkLst>
      </pc:sldChg>
      <pc:sldChg chg="modNotes">
        <pc:chgData name="Usman Yarma" userId="ae7e1287fc5afc9a" providerId="Windows Live" clId="Web-{DF7C5319-B046-D291-C00F-BC84481DF8ED}" dt="2025-04-21T21:29:41.003" v="7"/>
        <pc:sldMkLst>
          <pc:docMk/>
          <pc:sldMk cId="576234885" sldId="269"/>
        </pc:sldMkLst>
      </pc:sldChg>
      <pc:sldChg chg="modNotes">
        <pc:chgData name="Usman Yarma" userId="ae7e1287fc5afc9a" providerId="Windows Live" clId="Web-{DF7C5319-B046-D291-C00F-BC84481DF8ED}" dt="2025-04-21T21:35:44.178" v="13"/>
        <pc:sldMkLst>
          <pc:docMk/>
          <pc:sldMk cId="1041689662"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262630-83AA-440E-A20B-0DC7E3694B73}" type="datetimeFigureOut">
              <a:t>4/21/2025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EB54CC-93D9-45B2-A17B-DC564E91FFF9}" type="slidenum">
              <a:t>‹#›</a:t>
            </a:fld>
            <a:endParaRPr lang="en-US"/>
          </a:p>
        </p:txBody>
      </p:sp>
    </p:spTree>
    <p:extLst>
      <p:ext uri="{BB962C8B-B14F-4D97-AF65-F5344CB8AC3E}">
        <p14:creationId xmlns:p14="http://schemas.microsoft.com/office/powerpoint/2010/main" val="1826887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reason we chose a loan prediction system is because it solves a real, everyday problem.</a:t>
            </a:r>
          </a:p>
          <a:p>
            <a:r>
              <a:rPr lang="en-US" dirty="0"/>
              <a:t>Every bank or lending institution receives many applications, and manually reviewing each one takes time, effort, and sometimes leads to human bias or inconsistency.</a:t>
            </a:r>
            <a:endParaRPr lang="en-US" dirty="0">
              <a:ea typeface="Calibri"/>
              <a:cs typeface="Calibri"/>
            </a:endParaRPr>
          </a:p>
          <a:p>
            <a:r>
              <a:rPr lang="en-US" dirty="0"/>
              <a:t>With machine learning, we can automate this decision-making process, making it faster, more consistent, and data-driven.</a:t>
            </a:r>
            <a:endParaRPr lang="en-US" dirty="0">
              <a:ea typeface="Calibri"/>
              <a:cs typeface="Calibri"/>
            </a:endParaRPr>
          </a:p>
          <a:p>
            <a:r>
              <a:rPr lang="en-US" dirty="0"/>
              <a:t>It also helps reduce the risk of approving loans for applicants who are likely to default, and improves approval rates for those who are genuinely eligible.</a:t>
            </a:r>
            <a:endParaRPr lang="en-US" dirty="0">
              <a:ea typeface="Calibri"/>
              <a:cs typeface="Calibri"/>
            </a:endParaRPr>
          </a:p>
          <a:p>
            <a:r>
              <a:rPr lang="en-US" dirty="0"/>
              <a:t>So, this system not only helps the lenders, but also gives honest applicants a fairer chance at getting approved.</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6EB54CC-93D9-45B2-A17B-DC564E91FFF9}" type="slidenum">
              <a:rPr lang="en-US"/>
              <a:t>3</a:t>
            </a:fld>
            <a:endParaRPr lang="en-US"/>
          </a:p>
        </p:txBody>
      </p:sp>
    </p:spTree>
    <p:extLst>
      <p:ext uri="{BB962C8B-B14F-4D97-AF65-F5344CB8AC3E}">
        <p14:creationId xmlns:p14="http://schemas.microsoft.com/office/powerpoint/2010/main" val="3166737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chose a loan prediction system because of how crucial and sensitive loan approvals are in real life.</a:t>
            </a:r>
          </a:p>
          <a:p>
            <a:r>
              <a:rPr lang="en-US"/>
              <a:t>Financial institutions face the challenge of reviewing many applications manually, which is not only time-consuming but also prone to human error and bias.</a:t>
            </a:r>
          </a:p>
          <a:p>
            <a:r>
              <a:rPr lang="en-US" dirty="0"/>
              <a:t>A machine learning system helps by analyzing past data and learning patterns that can predict whether an applicant is likely to repay the loan or not.</a:t>
            </a:r>
            <a:endParaRPr lang="en-US" dirty="0">
              <a:ea typeface="Calibri"/>
              <a:cs typeface="Calibri"/>
            </a:endParaRPr>
          </a:p>
          <a:p>
            <a:r>
              <a:rPr lang="en-US" dirty="0"/>
              <a:t>This brings consistency, saves time, and improves decision-making — especially when dealing with a large number of applications.</a:t>
            </a:r>
            <a:endParaRPr lang="en-US" dirty="0">
              <a:ea typeface="Calibri"/>
              <a:cs typeface="Calibri"/>
            </a:endParaRPr>
          </a:p>
          <a:p>
            <a:r>
              <a:rPr lang="en-US" dirty="0"/>
              <a:t>It's a solution that’s practical, scalable, and relevant to the financial world today.</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6EB54CC-93D9-45B2-A17B-DC564E91FFF9}" type="slidenum">
              <a:rPr lang="en-US"/>
              <a:t>4</a:t>
            </a:fld>
            <a:endParaRPr lang="en-US"/>
          </a:p>
        </p:txBody>
      </p:sp>
    </p:spTree>
    <p:extLst>
      <p:ext uri="{BB962C8B-B14F-4D97-AF65-F5344CB8AC3E}">
        <p14:creationId xmlns:p14="http://schemas.microsoft.com/office/powerpoint/2010/main" val="905857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this project, we used a combination of tools and technologies that each played an important role.</a:t>
            </a:r>
          </a:p>
          <a:p>
            <a:r>
              <a:rPr lang="en-US"/>
              <a:t>We used </a:t>
            </a:r>
            <a:r>
              <a:rPr lang="en-US" b="1"/>
              <a:t>Python</a:t>
            </a:r>
            <a:r>
              <a:rPr lang="en-US"/>
              <a:t> as our core programming language, along with libraries like </a:t>
            </a:r>
            <a:r>
              <a:rPr lang="en-US" b="1"/>
              <a:t>Pandas</a:t>
            </a:r>
            <a:r>
              <a:rPr lang="en-US"/>
              <a:t> for data analysis, </a:t>
            </a:r>
            <a:r>
              <a:rPr lang="en-US" b="1"/>
              <a:t>NumPy</a:t>
            </a:r>
            <a:r>
              <a:rPr lang="en-US"/>
              <a:t> for numerical operations, and </a:t>
            </a:r>
            <a:r>
              <a:rPr lang="en-US" b="1"/>
              <a:t>Scikit-learn</a:t>
            </a:r>
            <a:r>
              <a:rPr lang="en-US"/>
              <a:t> and </a:t>
            </a:r>
            <a:r>
              <a:rPr lang="en-US" b="1" err="1"/>
              <a:t>LightGBM</a:t>
            </a:r>
            <a:r>
              <a:rPr lang="en-US"/>
              <a:t> for building and evaluating machine learning models.</a:t>
            </a:r>
          </a:p>
          <a:p>
            <a:r>
              <a:rPr lang="en-US" dirty="0"/>
              <a:t>For model deployment, the development team used </a:t>
            </a:r>
            <a:r>
              <a:rPr lang="en-US" b="1" dirty="0"/>
              <a:t>Flask</a:t>
            </a:r>
            <a:r>
              <a:rPr lang="en-US" dirty="0"/>
              <a:t>, which allowed us to connect the trained model to a simple web interface.</a:t>
            </a:r>
            <a:endParaRPr lang="en-US" dirty="0">
              <a:ea typeface="Calibri"/>
              <a:cs typeface="Calibri"/>
            </a:endParaRPr>
          </a:p>
          <a:p>
            <a:r>
              <a:rPr lang="en-US" dirty="0"/>
              <a:t>We also used </a:t>
            </a:r>
            <a:r>
              <a:rPr lang="en-US" b="1" dirty="0" err="1"/>
              <a:t>Jupyter</a:t>
            </a:r>
            <a:r>
              <a:rPr lang="en-US" b="1" dirty="0"/>
              <a:t> Notebook</a:t>
            </a:r>
            <a:r>
              <a:rPr lang="en-US" dirty="0"/>
              <a:t> for experimentation and visualizing data during the development process.</a:t>
            </a:r>
            <a:endParaRPr lang="en-US" dirty="0">
              <a:ea typeface="Calibri"/>
              <a:cs typeface="Calibri"/>
            </a:endParaRPr>
          </a:p>
          <a:p>
            <a:r>
              <a:rPr lang="en-US" dirty="0"/>
              <a:t>These tools helped us build a system that’s efficient, testable, and easy to maintain.</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6EB54CC-93D9-45B2-A17B-DC564E91FFF9}" type="slidenum">
              <a:t>6</a:t>
            </a:fld>
            <a:endParaRPr lang="en-US"/>
          </a:p>
        </p:txBody>
      </p:sp>
    </p:spTree>
    <p:extLst>
      <p:ext uri="{BB962C8B-B14F-4D97-AF65-F5344CB8AC3E}">
        <p14:creationId xmlns:p14="http://schemas.microsoft.com/office/powerpoint/2010/main" val="3307450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work focuses on developing a machine learning system that can predict loan approval based on applicant details.</a:t>
            </a:r>
          </a:p>
        </p:txBody>
      </p:sp>
      <p:sp>
        <p:nvSpPr>
          <p:cNvPr id="4" name="Slide Number Placeholder 3"/>
          <p:cNvSpPr>
            <a:spLocks noGrp="1"/>
          </p:cNvSpPr>
          <p:nvPr>
            <p:ph type="sldNum" sz="quarter" idx="5"/>
          </p:nvPr>
        </p:nvSpPr>
        <p:spPr/>
        <p:txBody>
          <a:bodyPr/>
          <a:lstStyle/>
          <a:p>
            <a:fld id="{36EB54CC-93D9-45B2-A17B-DC564E91FFF9}" type="slidenum">
              <a:rPr lang="en-US"/>
              <a:t>7</a:t>
            </a:fld>
            <a:endParaRPr lang="en-US"/>
          </a:p>
        </p:txBody>
      </p:sp>
    </p:spTree>
    <p:extLst>
      <p:ext uri="{BB962C8B-B14F-4D97-AF65-F5344CB8AC3E}">
        <p14:creationId xmlns:p14="http://schemas.microsoft.com/office/powerpoint/2010/main" val="763789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three models achieved these accuracies on the test set:</a:t>
            </a:r>
          </a:p>
          <a:p>
            <a:r>
              <a:rPr lang="en-US" dirty="0"/>
              <a:t> • Logistic Regression: </a:t>
            </a:r>
            <a:endParaRPr lang="en-US" dirty="0">
              <a:ea typeface="Calibri"/>
              <a:cs typeface="Calibri"/>
            </a:endParaRPr>
          </a:p>
          <a:p>
            <a:r>
              <a:rPr lang="en-US" dirty="0"/>
              <a:t> • Support Vector Machine: </a:t>
            </a:r>
            <a:endParaRPr lang="en-US" dirty="0">
              <a:ea typeface="Calibri"/>
              <a:cs typeface="Calibri"/>
            </a:endParaRPr>
          </a:p>
          <a:p>
            <a:r>
              <a:rPr lang="en-US" dirty="0"/>
              <a:t> • </a:t>
            </a:r>
            <a:r>
              <a:rPr lang="en-US" dirty="0" err="1"/>
              <a:t>LightGBM</a:t>
            </a:r>
            <a:r>
              <a:rPr lang="en-US" dirty="0"/>
              <a:t>: </a:t>
            </a:r>
            <a:endParaRPr lang="en-US" dirty="0">
              <a:ea typeface="Calibri"/>
              <a:cs typeface="Calibri"/>
            </a:endParaRPr>
          </a:p>
          <a:p>
            <a:r>
              <a:rPr lang="en-US" dirty="0" err="1"/>
              <a:t>LightGBM</a:t>
            </a:r>
            <a:r>
              <a:rPr lang="en-US" dirty="0"/>
              <a:t> clearly outperformed the others, so we selected it as our final model.</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36EB54CC-93D9-45B2-A17B-DC564E91FFF9}" type="slidenum">
              <a:rPr lang="en-US"/>
              <a:t>8</a:t>
            </a:fld>
            <a:endParaRPr lang="en-US"/>
          </a:p>
        </p:txBody>
      </p:sp>
    </p:spTree>
    <p:extLst>
      <p:ext uri="{BB962C8B-B14F-4D97-AF65-F5344CB8AC3E}">
        <p14:creationId xmlns:p14="http://schemas.microsoft.com/office/powerpoint/2010/main" val="194238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18662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76263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12089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3016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4/21/2025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3530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4/21/2025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16774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48044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20856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78046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7161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36869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4/21/2025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9655763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abubakar.abdullahi@student.neu.edu" TargetMode="External"/><Relationship Id="rId2" Type="http://schemas.openxmlformats.org/officeDocument/2006/relationships/hyperlink" Target="mailto:rukaiya.hadith@student.neu.edu.ng" TargetMode="External"/><Relationship Id="rId1" Type="http://schemas.openxmlformats.org/officeDocument/2006/relationships/slideLayout" Target="../slideLayouts/slideLayout7.xml"/><Relationship Id="rId6" Type="http://schemas.openxmlformats.org/officeDocument/2006/relationships/hyperlink" Target="mailto:abdulwarith.wala@student.neu.edu.ng" TargetMode="External"/><Relationship Id="rId5" Type="http://schemas.openxmlformats.org/officeDocument/2006/relationships/hyperlink" Target="mailto:usman.muhammad@student.neu.edu.ng" TargetMode="External"/><Relationship Id="rId4" Type="http://schemas.openxmlformats.org/officeDocument/2006/relationships/hyperlink" Target="mailto:abubakar.ibrahim@student.neu.edu.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ircuit board in the shape of a brain&#10;&#10;AI-generated content may be incorrect.">
            <a:extLst>
              <a:ext uri="{FF2B5EF4-FFF2-40B4-BE49-F238E27FC236}">
                <a16:creationId xmlns:a16="http://schemas.microsoft.com/office/drawing/2014/main" id="{1C1D4668-B3E0-E7AC-6055-B400A0A6B0BB}"/>
              </a:ext>
            </a:extLst>
          </p:cNvPr>
          <p:cNvPicPr>
            <a:picLocks noChangeAspect="1"/>
          </p:cNvPicPr>
          <p:nvPr/>
        </p:nvPicPr>
        <p:blipFill>
          <a:blip r:embed="rId2"/>
          <a:srcRect l="2571" t="5871" r="17246" b="-2"/>
          <a:stretch/>
        </p:blipFill>
        <p:spPr>
          <a:xfrm>
            <a:off x="3609752" y="14387"/>
            <a:ext cx="8668512" cy="6857990"/>
          </a:xfrm>
          <a:prstGeom prst="rect">
            <a:avLst/>
          </a:prstGeom>
        </p:spPr>
      </p:pic>
      <p:sp>
        <p:nvSpPr>
          <p:cNvPr id="24" name="Rectangle 23">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05453" y="719797"/>
            <a:ext cx="4368417" cy="3376661"/>
          </a:xfrm>
        </p:spPr>
        <p:txBody>
          <a:bodyPr anchor="b">
            <a:normAutofit/>
          </a:bodyPr>
          <a:lstStyle/>
          <a:p>
            <a:pPr algn="just"/>
            <a:r>
              <a:rPr lang="en-US" sz="4400" b="1" dirty="0">
                <a:solidFill>
                  <a:schemeClr val="bg1"/>
                </a:solidFill>
                <a:ea typeface="+mj-lt"/>
                <a:cs typeface="+mj-lt"/>
              </a:rPr>
              <a:t>Loan Prediction System Using Machine Learning</a:t>
            </a:r>
            <a:endParaRPr lang="en-US" sz="4400" dirty="0">
              <a:solidFill>
                <a:schemeClr val="bg1"/>
              </a:solidFill>
            </a:endParaRPr>
          </a:p>
          <a:p>
            <a:pPr algn="l"/>
            <a:endParaRPr lang="en-US" sz="4400">
              <a:solidFill>
                <a:schemeClr val="bg1"/>
              </a:solidFill>
            </a:endParaRPr>
          </a:p>
        </p:txBody>
      </p:sp>
      <p:sp>
        <p:nvSpPr>
          <p:cNvPr id="3" name="Subtitle 2"/>
          <p:cNvSpPr>
            <a:spLocks noGrp="1"/>
          </p:cNvSpPr>
          <p:nvPr>
            <p:ph type="subTitle" idx="1"/>
          </p:nvPr>
        </p:nvSpPr>
        <p:spPr>
          <a:xfrm>
            <a:off x="477980" y="4872922"/>
            <a:ext cx="4023359" cy="1208141"/>
          </a:xfrm>
        </p:spPr>
        <p:txBody>
          <a:bodyPr>
            <a:normAutofit/>
          </a:bodyPr>
          <a:lstStyle/>
          <a:p>
            <a:pPr algn="l"/>
            <a:endParaRPr lang="en-US" sz="2000" b="1">
              <a:solidFill>
                <a:schemeClr val="bg1"/>
              </a:solidFill>
            </a:endParaRPr>
          </a:p>
          <a:p>
            <a:pPr algn="l"/>
            <a:endParaRPr lang="en-US" sz="2000" b="1">
              <a:solidFill>
                <a:schemeClr val="bg1"/>
              </a:solidFill>
            </a:endParaRPr>
          </a:p>
          <a:p>
            <a:pPr algn="l"/>
            <a:endParaRPr lang="en-US" sz="2000" b="1">
              <a:solidFill>
                <a:schemeClr val="bg1"/>
              </a:solidFill>
            </a:endParaRPr>
          </a:p>
          <a:p>
            <a:pPr algn="l"/>
            <a:endParaRPr lang="en-US" sz="2000" b="1">
              <a:solidFill>
                <a:schemeClr val="bg1"/>
              </a:solidFill>
            </a:endParaRP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F2555AB-D60C-95D3-190B-4944CF603A53}"/>
              </a:ext>
            </a:extLst>
          </p:cNvPr>
          <p:cNvSpPr txBox="1"/>
          <p:nvPr/>
        </p:nvSpPr>
        <p:spPr>
          <a:xfrm>
            <a:off x="480193" y="5214523"/>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bg1"/>
                </a:solidFill>
              </a:rPr>
              <a:t>Group  (</a:t>
            </a:r>
            <a:r>
              <a:rPr lang="en-US" sz="3600" dirty="0">
                <a:solidFill>
                  <a:srgbClr val="EEF0FF"/>
                </a:solidFill>
                <a:ea typeface="+mn-lt"/>
                <a:cs typeface="+mn-lt"/>
              </a:rPr>
              <a:t>ɪ</a:t>
            </a:r>
            <a:r>
              <a:rPr lang="en-US" sz="2800" b="1" dirty="0">
                <a:solidFill>
                  <a:schemeClr val="bg1"/>
                </a:solidFill>
              </a:rPr>
              <a:t>)</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5F7348-0D7F-40CD-189D-DC48369006A2}"/>
              </a:ext>
            </a:extLst>
          </p:cNvPr>
          <p:cNvSpPr txBox="1"/>
          <p:nvPr/>
        </p:nvSpPr>
        <p:spPr>
          <a:xfrm>
            <a:off x="181337" y="129260"/>
            <a:ext cx="538863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dirty="0"/>
              <a:t>Meet our Team..</a:t>
            </a:r>
          </a:p>
        </p:txBody>
      </p:sp>
      <p:sp>
        <p:nvSpPr>
          <p:cNvPr id="13" name="Rectangle: Rounded Corners 12">
            <a:extLst>
              <a:ext uri="{FF2B5EF4-FFF2-40B4-BE49-F238E27FC236}">
                <a16:creationId xmlns:a16="http://schemas.microsoft.com/office/drawing/2014/main" id="{FDB0AAFE-6118-5F52-AB41-6895699953A0}"/>
              </a:ext>
            </a:extLst>
          </p:cNvPr>
          <p:cNvSpPr>
            <a:spLocks/>
          </p:cNvSpPr>
          <p:nvPr/>
        </p:nvSpPr>
        <p:spPr>
          <a:xfrm>
            <a:off x="410841" y="965730"/>
            <a:ext cx="4293884" cy="1557781"/>
          </a:xfrm>
          <a:prstGeom prst="roundRect">
            <a:avLst/>
          </a:prstGeom>
          <a:noFill/>
          <a:effectLst>
            <a:outerShdw blurRad="63500" dist="38100">
              <a:srgbClr val="000000"/>
            </a:out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5" name="Rectangle: Rounded Corners 14">
            <a:extLst>
              <a:ext uri="{FF2B5EF4-FFF2-40B4-BE49-F238E27FC236}">
                <a16:creationId xmlns:a16="http://schemas.microsoft.com/office/drawing/2014/main" id="{F045F6AE-035C-4A6E-FCAD-AAC1B73C30D7}"/>
              </a:ext>
            </a:extLst>
          </p:cNvPr>
          <p:cNvSpPr>
            <a:spLocks/>
          </p:cNvSpPr>
          <p:nvPr/>
        </p:nvSpPr>
        <p:spPr>
          <a:xfrm>
            <a:off x="410841" y="2906673"/>
            <a:ext cx="4293884" cy="1557781"/>
          </a:xfrm>
          <a:prstGeom prst="roundRect">
            <a:avLst/>
          </a:prstGeom>
          <a:noFill/>
          <a:ln>
            <a:solidFill>
              <a:schemeClr val="tx1"/>
            </a:solidFill>
          </a:ln>
          <a:effectLst>
            <a:outerShdw blurRad="63500" dist="38100">
              <a:srgbClr val="000000"/>
            </a:out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6" name="Rectangle: Rounded Corners 15">
            <a:extLst>
              <a:ext uri="{FF2B5EF4-FFF2-40B4-BE49-F238E27FC236}">
                <a16:creationId xmlns:a16="http://schemas.microsoft.com/office/drawing/2014/main" id="{0F8CFE4E-8114-6956-32C1-7A581DA7A4C8}"/>
              </a:ext>
            </a:extLst>
          </p:cNvPr>
          <p:cNvSpPr>
            <a:spLocks/>
          </p:cNvSpPr>
          <p:nvPr/>
        </p:nvSpPr>
        <p:spPr>
          <a:xfrm>
            <a:off x="410840" y="4933880"/>
            <a:ext cx="4293884" cy="1557781"/>
          </a:xfrm>
          <a:prstGeom prst="roundRect">
            <a:avLst/>
          </a:prstGeom>
          <a:noFill/>
          <a:effectLst>
            <a:outerShdw blurRad="63500" dist="38100">
              <a:srgbClr val="000000"/>
            </a:out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7" name="Rectangle: Rounded Corners 16">
            <a:extLst>
              <a:ext uri="{FF2B5EF4-FFF2-40B4-BE49-F238E27FC236}">
                <a16:creationId xmlns:a16="http://schemas.microsoft.com/office/drawing/2014/main" id="{C7B55E1C-10D6-3C4D-DC6F-F3E1D0F23D6D}"/>
              </a:ext>
            </a:extLst>
          </p:cNvPr>
          <p:cNvSpPr>
            <a:spLocks/>
          </p:cNvSpPr>
          <p:nvPr/>
        </p:nvSpPr>
        <p:spPr>
          <a:xfrm>
            <a:off x="7498878" y="965730"/>
            <a:ext cx="4293884" cy="1557781"/>
          </a:xfrm>
          <a:prstGeom prst="roundRect">
            <a:avLst/>
          </a:prstGeom>
          <a:noFill/>
          <a:effectLst>
            <a:outerShdw blurRad="63500" dist="38100">
              <a:srgbClr val="000000"/>
            </a:out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8" name="Rectangle: Rounded Corners 17">
            <a:extLst>
              <a:ext uri="{FF2B5EF4-FFF2-40B4-BE49-F238E27FC236}">
                <a16:creationId xmlns:a16="http://schemas.microsoft.com/office/drawing/2014/main" id="{209E16F2-7F96-522D-8381-198871A41050}"/>
              </a:ext>
            </a:extLst>
          </p:cNvPr>
          <p:cNvSpPr>
            <a:spLocks/>
          </p:cNvSpPr>
          <p:nvPr/>
        </p:nvSpPr>
        <p:spPr>
          <a:xfrm>
            <a:off x="7498878" y="2906672"/>
            <a:ext cx="4293884" cy="1557781"/>
          </a:xfrm>
          <a:prstGeom prst="roundRect">
            <a:avLst/>
          </a:prstGeom>
          <a:noFill/>
          <a:effectLst>
            <a:outerShdw blurRad="63500" dist="38100">
              <a:srgbClr val="000000"/>
            </a:out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9" name="Rectangle: Rounded Corners 18">
            <a:extLst>
              <a:ext uri="{FF2B5EF4-FFF2-40B4-BE49-F238E27FC236}">
                <a16:creationId xmlns:a16="http://schemas.microsoft.com/office/drawing/2014/main" id="{89087BAB-F7F7-E263-8124-78DD16D881D6}"/>
              </a:ext>
            </a:extLst>
          </p:cNvPr>
          <p:cNvSpPr>
            <a:spLocks/>
          </p:cNvSpPr>
          <p:nvPr/>
        </p:nvSpPr>
        <p:spPr>
          <a:xfrm>
            <a:off x="7498878" y="4933880"/>
            <a:ext cx="4293884" cy="1557781"/>
          </a:xfrm>
          <a:prstGeom prst="roundRect">
            <a:avLst/>
          </a:prstGeom>
          <a:noFill/>
          <a:effectLst>
            <a:outerShdw blurRad="63500" dist="38100">
              <a:srgbClr val="000000"/>
            </a:outerShdw>
            <a:reflection endPos="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0" name="TextBox 19">
            <a:extLst>
              <a:ext uri="{FF2B5EF4-FFF2-40B4-BE49-F238E27FC236}">
                <a16:creationId xmlns:a16="http://schemas.microsoft.com/office/drawing/2014/main" id="{9CF5F9E5-24AC-4CFE-9220-E709941217D5}"/>
              </a:ext>
            </a:extLst>
          </p:cNvPr>
          <p:cNvSpPr txBox="1"/>
          <p:nvPr/>
        </p:nvSpPr>
        <p:spPr>
          <a:xfrm>
            <a:off x="507392" y="1107041"/>
            <a:ext cx="382150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tx2">
                    <a:lumMod val="76000"/>
                    <a:lumOff val="24000"/>
                  </a:schemeClr>
                </a:solidFill>
              </a:rPr>
              <a:t>Ruqayya Bala Hadith</a:t>
            </a:r>
            <a:endParaRPr lang="en-US" sz="2000" b="1">
              <a:solidFill>
                <a:schemeClr val="tx2">
                  <a:lumMod val="76000"/>
                  <a:lumOff val="24000"/>
                </a:schemeClr>
              </a:solidFill>
            </a:endParaRPr>
          </a:p>
          <a:p>
            <a:r>
              <a:rPr lang="en-US" dirty="0">
                <a:solidFill>
                  <a:schemeClr val="tx2">
                    <a:lumMod val="76000"/>
                    <a:lumOff val="24000"/>
                  </a:schemeClr>
                </a:solidFill>
                <a:hlinkClick r:id="rId2">
                  <a:extLst>
                    <a:ext uri="{A12FA001-AC4F-418D-AE19-62706E023703}">
                      <ahyp:hlinkClr xmlns:ahyp="http://schemas.microsoft.com/office/drawing/2018/hyperlinkcolor" val="tx"/>
                    </a:ext>
                  </a:extLst>
                </a:hlinkClick>
              </a:rPr>
              <a:t>rukaiya.hadith@student.neu.edu.ng</a:t>
            </a:r>
            <a:endParaRPr lang="en-US" dirty="0">
              <a:solidFill>
                <a:schemeClr val="tx2">
                  <a:lumMod val="76000"/>
                  <a:lumOff val="24000"/>
                </a:schemeClr>
              </a:solidFill>
              <a:hlinkClick r:id="rId2"/>
            </a:endParaRPr>
          </a:p>
          <a:p>
            <a:endParaRPr lang="en-US" dirty="0">
              <a:solidFill>
                <a:schemeClr val="tx2">
                  <a:lumMod val="76000"/>
                  <a:lumOff val="24000"/>
                </a:schemeClr>
              </a:solidFill>
            </a:endParaRPr>
          </a:p>
          <a:p>
            <a:r>
              <a:rPr lang="en-US" sz="2000" b="1" dirty="0">
                <a:solidFill>
                  <a:srgbClr val="FF0000"/>
                </a:solidFill>
              </a:rPr>
              <a:t>Group leader</a:t>
            </a:r>
            <a:endParaRPr lang="en-US" b="1" dirty="0">
              <a:solidFill>
                <a:srgbClr val="FF0000"/>
              </a:solidFill>
            </a:endParaRPr>
          </a:p>
        </p:txBody>
      </p:sp>
      <p:sp>
        <p:nvSpPr>
          <p:cNvPr id="21" name="TextBox 20">
            <a:extLst>
              <a:ext uri="{FF2B5EF4-FFF2-40B4-BE49-F238E27FC236}">
                <a16:creationId xmlns:a16="http://schemas.microsoft.com/office/drawing/2014/main" id="{6D9BC6AE-17F0-84FE-46FC-569B933091CE}"/>
              </a:ext>
            </a:extLst>
          </p:cNvPr>
          <p:cNvSpPr txBox="1"/>
          <p:nvPr/>
        </p:nvSpPr>
        <p:spPr>
          <a:xfrm>
            <a:off x="512376" y="2913966"/>
            <a:ext cx="415218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tx2">
                    <a:lumMod val="76000"/>
                    <a:lumOff val="24000"/>
                  </a:schemeClr>
                </a:solidFill>
              </a:rPr>
              <a:t>Abubakar Abdullahi</a:t>
            </a:r>
            <a:endParaRPr lang="en-US" sz="2400" b="1" dirty="0">
              <a:solidFill>
                <a:schemeClr val="tx2">
                  <a:lumMod val="76000"/>
                  <a:lumOff val="24000"/>
                </a:schemeClr>
              </a:solidFill>
            </a:endParaRPr>
          </a:p>
          <a:p>
            <a:r>
              <a:rPr lang="en-US" dirty="0">
                <a:solidFill>
                  <a:schemeClr val="tx2">
                    <a:lumMod val="76000"/>
                    <a:lumOff val="24000"/>
                  </a:schemeClr>
                </a:solidFill>
                <a:hlinkClick r:id="rId3">
                  <a:extLst>
                    <a:ext uri="{A12FA001-AC4F-418D-AE19-62706E023703}">
                      <ahyp:hlinkClr xmlns:ahyp="http://schemas.microsoft.com/office/drawing/2018/hyperlinkcolor" val="tx"/>
                    </a:ext>
                  </a:extLst>
                </a:hlinkClick>
              </a:rPr>
              <a:t>abubakar.abdullahi@student.neu.edu</a:t>
            </a:r>
            <a:r>
              <a:rPr lang="en-US" dirty="0">
                <a:solidFill>
                  <a:schemeClr val="tx2">
                    <a:lumMod val="76000"/>
                    <a:lumOff val="24000"/>
                  </a:schemeClr>
                </a:solidFill>
              </a:rPr>
              <a:t>...</a:t>
            </a:r>
          </a:p>
          <a:p>
            <a:endParaRPr lang="en-US" dirty="0">
              <a:solidFill>
                <a:schemeClr val="tx2">
                  <a:lumMod val="76000"/>
                  <a:lumOff val="24000"/>
                </a:schemeClr>
              </a:solidFill>
            </a:endParaRPr>
          </a:p>
          <a:p>
            <a:r>
              <a:rPr lang="en-US" sz="2000" b="1" dirty="0">
                <a:solidFill>
                  <a:srgbClr val="FF0000"/>
                </a:solidFill>
              </a:rPr>
              <a:t>Deployment engineer</a:t>
            </a:r>
          </a:p>
        </p:txBody>
      </p:sp>
      <p:sp>
        <p:nvSpPr>
          <p:cNvPr id="22" name="TextBox 21">
            <a:extLst>
              <a:ext uri="{FF2B5EF4-FFF2-40B4-BE49-F238E27FC236}">
                <a16:creationId xmlns:a16="http://schemas.microsoft.com/office/drawing/2014/main" id="{E601C8B3-A62B-F93D-544E-53AE022329BA}"/>
              </a:ext>
            </a:extLst>
          </p:cNvPr>
          <p:cNvSpPr txBox="1"/>
          <p:nvPr/>
        </p:nvSpPr>
        <p:spPr>
          <a:xfrm>
            <a:off x="476439" y="4926782"/>
            <a:ext cx="4137803"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tx2">
                    <a:lumMod val="76000"/>
                    <a:lumOff val="24000"/>
                  </a:schemeClr>
                </a:solidFill>
              </a:rPr>
              <a:t>Abubakar Sadiq Ibrahim</a:t>
            </a:r>
          </a:p>
          <a:p>
            <a:r>
              <a:rPr lang="en-US" dirty="0">
                <a:solidFill>
                  <a:schemeClr val="tx2">
                    <a:lumMod val="76000"/>
                    <a:lumOff val="24000"/>
                  </a:schemeClr>
                </a:solidFill>
                <a:hlinkClick r:id="rId4">
                  <a:extLst>
                    <a:ext uri="{A12FA001-AC4F-418D-AE19-62706E023703}">
                      <ahyp:hlinkClr xmlns:ahyp="http://schemas.microsoft.com/office/drawing/2018/hyperlinkcolor" val="tx"/>
                    </a:ext>
                  </a:extLst>
                </a:hlinkClick>
              </a:rPr>
              <a:t>abubakar.ibrahim@student.neu.edu.ng</a:t>
            </a:r>
            <a:endParaRPr lang="en-US" dirty="0">
              <a:solidFill>
                <a:schemeClr val="tx2">
                  <a:lumMod val="76000"/>
                  <a:lumOff val="24000"/>
                </a:schemeClr>
              </a:solidFill>
              <a:hlinkClick r:id="rId4"/>
            </a:endParaRPr>
          </a:p>
          <a:p>
            <a:endParaRPr lang="en-US" dirty="0">
              <a:solidFill>
                <a:schemeClr val="tx2">
                  <a:lumMod val="76000"/>
                  <a:lumOff val="24000"/>
                </a:schemeClr>
              </a:solidFill>
            </a:endParaRPr>
          </a:p>
          <a:p>
            <a:r>
              <a:rPr lang="en-US" b="1" dirty="0">
                <a:solidFill>
                  <a:srgbClr val="FF0000"/>
                </a:solidFill>
              </a:rPr>
              <a:t>Model Developer</a:t>
            </a:r>
          </a:p>
        </p:txBody>
      </p:sp>
      <p:sp>
        <p:nvSpPr>
          <p:cNvPr id="24" name="TextBox 23">
            <a:extLst>
              <a:ext uri="{FF2B5EF4-FFF2-40B4-BE49-F238E27FC236}">
                <a16:creationId xmlns:a16="http://schemas.microsoft.com/office/drawing/2014/main" id="{A35E56C5-C47E-1814-1199-B9DEB48B052B}"/>
              </a:ext>
            </a:extLst>
          </p:cNvPr>
          <p:cNvSpPr txBox="1"/>
          <p:nvPr/>
        </p:nvSpPr>
        <p:spPr>
          <a:xfrm>
            <a:off x="7511679" y="1072294"/>
            <a:ext cx="482791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accent1"/>
                </a:solidFill>
              </a:rPr>
              <a:t>Yarma Usman</a:t>
            </a:r>
          </a:p>
          <a:p>
            <a:r>
              <a:rPr lang="en-US" dirty="0">
                <a:solidFill>
                  <a:schemeClr val="tx2"/>
                </a:solidFill>
                <a:hlinkClick r:id="rId5">
                  <a:extLst>
                    <a:ext uri="{A12FA001-AC4F-418D-AE19-62706E023703}">
                      <ahyp:hlinkClr xmlns:ahyp="http://schemas.microsoft.com/office/drawing/2018/hyperlinkcolor" val="tx"/>
                    </a:ext>
                  </a:extLst>
                </a:hlinkClick>
              </a:rPr>
              <a:t>usman.muhammad@student.neu.edu.ng</a:t>
            </a:r>
            <a:endParaRPr lang="en-US" dirty="0">
              <a:solidFill>
                <a:schemeClr val="tx2"/>
              </a:solidFill>
              <a:hlinkClick r:id="rId5"/>
            </a:endParaRPr>
          </a:p>
          <a:p>
            <a:endParaRPr lang="en-US" dirty="0">
              <a:solidFill>
                <a:schemeClr val="tx2"/>
              </a:solidFill>
            </a:endParaRPr>
          </a:p>
          <a:p>
            <a:r>
              <a:rPr lang="en-US" sz="2000" b="1" dirty="0">
                <a:solidFill>
                  <a:srgbClr val="FF0000"/>
                </a:solidFill>
              </a:rPr>
              <a:t>Model Developer</a:t>
            </a:r>
          </a:p>
        </p:txBody>
      </p:sp>
      <p:sp>
        <p:nvSpPr>
          <p:cNvPr id="3" name="TextBox 2">
            <a:extLst>
              <a:ext uri="{FF2B5EF4-FFF2-40B4-BE49-F238E27FC236}">
                <a16:creationId xmlns:a16="http://schemas.microsoft.com/office/drawing/2014/main" id="{BF9E1120-E194-BDDE-8597-FCE72455E7F2}"/>
              </a:ext>
            </a:extLst>
          </p:cNvPr>
          <p:cNvSpPr txBox="1"/>
          <p:nvPr/>
        </p:nvSpPr>
        <p:spPr>
          <a:xfrm>
            <a:off x="7671758" y="3027871"/>
            <a:ext cx="3950897" cy="20420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650"/>
              </a:lnSpc>
            </a:pPr>
            <a:r>
              <a:rPr lang="en-US" sz="2400" b="1" dirty="0">
                <a:solidFill>
                  <a:srgbClr val="205C96"/>
                </a:solidFill>
                <a:cs typeface="Segoe UI"/>
              </a:rPr>
              <a:t>Abdulwarith Magaji</a:t>
            </a:r>
            <a:r>
              <a:rPr lang="en-US" sz="2400" dirty="0">
                <a:cs typeface="Segoe UI"/>
              </a:rPr>
              <a:t>​</a:t>
            </a:r>
          </a:p>
          <a:p>
            <a:pPr>
              <a:lnSpc>
                <a:spcPts val="1650"/>
              </a:lnSpc>
            </a:pPr>
            <a:endParaRPr lang="en-US" sz="2400" dirty="0">
              <a:ea typeface="+mn-lt"/>
              <a:cs typeface="Segoe UI"/>
            </a:endParaRPr>
          </a:p>
          <a:p>
            <a:pPr>
              <a:lnSpc>
                <a:spcPts val="1650"/>
              </a:lnSpc>
            </a:pPr>
            <a:r>
              <a:rPr lang="en-US" sz="1600" dirty="0">
                <a:ea typeface="+mn-lt"/>
                <a:cs typeface="+mn-lt"/>
                <a:hlinkClick r:id="rId6"/>
              </a:rPr>
              <a:t>abdulwarith.wala@student.neu.edu.ng</a:t>
            </a:r>
            <a:endParaRPr lang="en-US" sz="1600"/>
          </a:p>
          <a:p>
            <a:pPr>
              <a:lnSpc>
                <a:spcPts val="1650"/>
              </a:lnSpc>
            </a:pPr>
            <a:endParaRPr lang="en-US" sz="1600" dirty="0">
              <a:solidFill>
                <a:srgbClr val="FF0000"/>
              </a:solidFill>
              <a:ea typeface="+mn-lt"/>
              <a:cs typeface="Segoe UI"/>
            </a:endParaRPr>
          </a:p>
          <a:p>
            <a:pPr>
              <a:lnSpc>
                <a:spcPts val="1650"/>
              </a:lnSpc>
            </a:pPr>
            <a:r>
              <a:rPr lang="en-US" sz="2000" b="1" dirty="0">
                <a:solidFill>
                  <a:srgbClr val="FF0000"/>
                </a:solidFill>
                <a:ea typeface="+mn-lt"/>
                <a:cs typeface="Segoe UI"/>
              </a:rPr>
              <a:t>Data Cleaning/Handling</a:t>
            </a:r>
          </a:p>
          <a:p>
            <a:pPr>
              <a:lnSpc>
                <a:spcPts val="1650"/>
              </a:lnSpc>
            </a:pPr>
            <a:endParaRPr lang="en-US" sz="1600" dirty="0">
              <a:cs typeface="Segoe UI"/>
            </a:endParaRPr>
          </a:p>
          <a:p>
            <a:pPr>
              <a:lnSpc>
                <a:spcPts val="1650"/>
              </a:lnSpc>
            </a:pPr>
            <a:endParaRPr lang="en-US" sz="1600" dirty="0">
              <a:cs typeface="Segoe UI"/>
            </a:endParaRPr>
          </a:p>
          <a:p>
            <a:pPr>
              <a:lnSpc>
                <a:spcPts val="1650"/>
              </a:lnSpc>
            </a:pPr>
            <a:endParaRPr lang="en-US" sz="2400" dirty="0">
              <a:cs typeface="Segoe UI"/>
            </a:endParaRPr>
          </a:p>
          <a:p>
            <a:pPr>
              <a:lnSpc>
                <a:spcPts val="1425"/>
              </a:lnSpc>
            </a:pPr>
            <a:endParaRPr lang="en-US" sz="2000" dirty="0">
              <a:cs typeface="Segoe UI"/>
            </a:endParaRPr>
          </a:p>
        </p:txBody>
      </p:sp>
      <p:sp>
        <p:nvSpPr>
          <p:cNvPr id="4" name="TextBox 3">
            <a:extLst>
              <a:ext uri="{FF2B5EF4-FFF2-40B4-BE49-F238E27FC236}">
                <a16:creationId xmlns:a16="http://schemas.microsoft.com/office/drawing/2014/main" id="{6449799A-D3FF-326C-880F-373C12F9DD15}"/>
              </a:ext>
            </a:extLst>
          </p:cNvPr>
          <p:cNvSpPr txBox="1"/>
          <p:nvPr/>
        </p:nvSpPr>
        <p:spPr>
          <a:xfrm>
            <a:off x="7571117" y="5069457"/>
            <a:ext cx="4137802" cy="11700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650"/>
              </a:lnSpc>
            </a:pPr>
            <a:r>
              <a:rPr lang="en-US" sz="2400" b="1" dirty="0" err="1">
                <a:solidFill>
                  <a:srgbClr val="205C96"/>
                </a:solidFill>
                <a:cs typeface="Segoe UI"/>
              </a:rPr>
              <a:t>Abdul'adil</a:t>
            </a:r>
            <a:r>
              <a:rPr lang="en-US" sz="2400" b="1" dirty="0">
                <a:solidFill>
                  <a:srgbClr val="205C96"/>
                </a:solidFill>
                <a:cs typeface="Segoe UI"/>
              </a:rPr>
              <a:t> Dahiru Hassan</a:t>
            </a:r>
            <a:endParaRPr lang="en-US" dirty="0"/>
          </a:p>
          <a:p>
            <a:pPr>
              <a:lnSpc>
                <a:spcPts val="1650"/>
              </a:lnSpc>
            </a:pPr>
            <a:endParaRPr lang="en-US" sz="2400" b="1" dirty="0">
              <a:solidFill>
                <a:srgbClr val="205C96"/>
              </a:solidFill>
              <a:cs typeface="Segoe UI"/>
            </a:endParaRPr>
          </a:p>
          <a:p>
            <a:pPr>
              <a:lnSpc>
                <a:spcPts val="1650"/>
              </a:lnSpc>
            </a:pPr>
            <a:r>
              <a:rPr lang="en-US" dirty="0">
                <a:solidFill>
                  <a:srgbClr val="205C96"/>
                </a:solidFill>
                <a:cs typeface="Segoe UI"/>
              </a:rPr>
              <a:t>abduladl.hassan</a:t>
            </a:r>
            <a:r>
              <a:rPr lang="en-US" dirty="0">
                <a:solidFill>
                  <a:schemeClr val="tx2">
                    <a:lumMod val="76000"/>
                    <a:lumOff val="24000"/>
                  </a:schemeClr>
                </a:solidFill>
                <a:cs typeface="Segoe UI"/>
              </a:rPr>
              <a:t>@student.neu.edu.ng</a:t>
            </a:r>
            <a:r>
              <a:rPr lang="en-US" sz="2400" b="1" dirty="0">
                <a:solidFill>
                  <a:srgbClr val="205C96"/>
                </a:solidFill>
                <a:cs typeface="Segoe UI"/>
              </a:rPr>
              <a:t> </a:t>
            </a:r>
            <a:r>
              <a:rPr lang="en-US" sz="2400" dirty="0">
                <a:cs typeface="Segoe UI"/>
              </a:rPr>
              <a:t>​</a:t>
            </a:r>
            <a:endParaRPr lang="en-US" dirty="0"/>
          </a:p>
          <a:p>
            <a:pPr>
              <a:lnSpc>
                <a:spcPts val="1650"/>
              </a:lnSpc>
            </a:pPr>
            <a:endParaRPr lang="en-US" sz="2400" dirty="0">
              <a:cs typeface="Segoe UI"/>
            </a:endParaRPr>
          </a:p>
          <a:p>
            <a:pPr>
              <a:lnSpc>
                <a:spcPts val="1425"/>
              </a:lnSpc>
            </a:pPr>
            <a:r>
              <a:rPr lang="en-US" sz="2000" b="1" dirty="0">
                <a:solidFill>
                  <a:srgbClr val="FF0000"/>
                </a:solidFill>
                <a:cs typeface="Segoe UI"/>
              </a:rPr>
              <a:t>Data Cleaning/Handling</a:t>
            </a:r>
          </a:p>
        </p:txBody>
      </p:sp>
    </p:spTree>
    <p:extLst>
      <p:ext uri="{BB962C8B-B14F-4D97-AF65-F5344CB8AC3E}">
        <p14:creationId xmlns:p14="http://schemas.microsoft.com/office/powerpoint/2010/main" val="2526366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1827CEA-58C5-49BE-D376-69A27F80BBA1}"/>
              </a:ext>
            </a:extLst>
          </p:cNvPr>
          <p:cNvSpPr txBox="1"/>
          <p:nvPr/>
        </p:nvSpPr>
        <p:spPr>
          <a:xfrm>
            <a:off x="833427" y="213483"/>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b="1" kern="1200">
                <a:solidFill>
                  <a:schemeClr val="tx2"/>
                </a:solidFill>
                <a:latin typeface="+mj-lt"/>
                <a:ea typeface="+mj-ea"/>
                <a:cs typeface="+mj-cs"/>
              </a:rPr>
              <a:t>Introduction</a:t>
            </a:r>
          </a:p>
        </p:txBody>
      </p:sp>
      <p:sp>
        <p:nvSpPr>
          <p:cNvPr id="3" name="TextBox 2">
            <a:extLst>
              <a:ext uri="{FF2B5EF4-FFF2-40B4-BE49-F238E27FC236}">
                <a16:creationId xmlns:a16="http://schemas.microsoft.com/office/drawing/2014/main" id="{B3AD3B3F-7811-6BF6-A9F1-7FCF70530866}"/>
              </a:ext>
            </a:extLst>
          </p:cNvPr>
          <p:cNvSpPr txBox="1"/>
          <p:nvPr/>
        </p:nvSpPr>
        <p:spPr>
          <a:xfrm>
            <a:off x="215200" y="1947229"/>
            <a:ext cx="6170898" cy="363928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2800" dirty="0">
                <a:solidFill>
                  <a:schemeClr val="tx2"/>
                </a:solidFill>
              </a:rPr>
              <a:t>Our project is a Loan Approval Prediction System powered by Machine Learning. It helps financial institutions predict whether an applicant is eligible for a loan based on their details. Using real data, we trained models that simplify complex decisions and reduce manual effort.</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Money">
            <a:extLst>
              <a:ext uri="{FF2B5EF4-FFF2-40B4-BE49-F238E27FC236}">
                <a16:creationId xmlns:a16="http://schemas.microsoft.com/office/drawing/2014/main" id="{67B9D9AF-612E-437D-F294-CF32DB3692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795180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8E2AC2F-63B0-D1A3-5638-118B735BA822}"/>
              </a:ext>
            </a:extLst>
          </p:cNvPr>
          <p:cNvSpPr txBox="1"/>
          <p:nvPr/>
        </p:nvSpPr>
        <p:spPr>
          <a:xfrm>
            <a:off x="841247" y="1433134"/>
            <a:ext cx="7070269" cy="98461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90000"/>
              </a:lnSpc>
              <a:spcBef>
                <a:spcPct val="0"/>
              </a:spcBef>
              <a:spcAft>
                <a:spcPts val="600"/>
              </a:spcAft>
            </a:pPr>
            <a:r>
              <a:rPr lang="en-US" sz="5700" b="1" dirty="0">
                <a:latin typeface="+mj-lt"/>
                <a:ea typeface="+mj-ea"/>
                <a:cs typeface="+mj-cs"/>
              </a:rPr>
              <a:t>Why Loan Prediction System??</a:t>
            </a:r>
            <a:endParaRPr lang="en-US" sz="5700" b="1" kern="1200" dirty="0">
              <a:latin typeface="+mj-lt"/>
              <a:ea typeface="+mj-ea"/>
              <a:cs typeface="+mj-cs"/>
            </a:endParaRP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BC0EF6EA-6CCE-6977-9870-6DF44723641F}"/>
              </a:ext>
            </a:extLst>
          </p:cNvPr>
          <p:cNvSpPr txBox="1"/>
          <p:nvPr/>
        </p:nvSpPr>
        <p:spPr>
          <a:xfrm>
            <a:off x="841248" y="3337269"/>
            <a:ext cx="10509504" cy="2905686"/>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90000"/>
              </a:lnSpc>
              <a:spcAft>
                <a:spcPts val="600"/>
              </a:spcAft>
            </a:pPr>
            <a:r>
              <a:rPr lang="en-US" sz="2200" b="1" dirty="0"/>
              <a:t>Problem Statement</a:t>
            </a:r>
            <a:endParaRPr lang="en-US" dirty="0"/>
          </a:p>
          <a:p>
            <a:pPr>
              <a:lnSpc>
                <a:spcPct val="90000"/>
              </a:lnSpc>
              <a:spcAft>
                <a:spcPts val="600"/>
              </a:spcAft>
            </a:pPr>
            <a:endParaRPr lang="en-US" sz="2200" b="1"/>
          </a:p>
          <a:p>
            <a:pPr marL="742950" indent="-457200">
              <a:lnSpc>
                <a:spcPct val="90000"/>
              </a:lnSpc>
              <a:spcAft>
                <a:spcPts val="600"/>
              </a:spcAft>
              <a:buAutoNum type="arabicPeriod"/>
            </a:pPr>
            <a:r>
              <a:rPr lang="en-US" sz="2200" dirty="0"/>
              <a:t>Intensive time consumption process of verification and validation.</a:t>
            </a:r>
          </a:p>
          <a:p>
            <a:pPr marL="742950" indent="-457200">
              <a:lnSpc>
                <a:spcPct val="90000"/>
              </a:lnSpc>
              <a:spcAft>
                <a:spcPts val="600"/>
              </a:spcAft>
              <a:buAutoNum type="arabicPeriod"/>
            </a:pPr>
            <a:r>
              <a:rPr lang="en-US" sz="2200" dirty="0"/>
              <a:t>Human errors can be introduced during the validation process.</a:t>
            </a:r>
          </a:p>
          <a:p>
            <a:pPr marL="742950" indent="-457200">
              <a:lnSpc>
                <a:spcPct val="90000"/>
              </a:lnSpc>
              <a:spcAft>
                <a:spcPts val="600"/>
              </a:spcAft>
              <a:buAutoNum type="arabicPeriod"/>
            </a:pPr>
            <a:r>
              <a:rPr lang="en-US" sz="2200" dirty="0"/>
              <a:t>No cross-referencing previous loan records.</a:t>
            </a:r>
          </a:p>
          <a:p>
            <a:pPr marL="742950" indent="-457200">
              <a:lnSpc>
                <a:spcPct val="90000"/>
              </a:lnSpc>
              <a:spcAft>
                <a:spcPts val="600"/>
              </a:spcAft>
              <a:buAutoNum type="arabicPeriod"/>
            </a:pPr>
            <a:r>
              <a:rPr lang="en-US" sz="2200" dirty="0"/>
              <a:t>Lot of human resource required.</a:t>
            </a:r>
          </a:p>
          <a:p>
            <a:pPr indent="-228600">
              <a:lnSpc>
                <a:spcPct val="90000"/>
              </a:lnSpc>
              <a:spcAft>
                <a:spcPts val="600"/>
              </a:spcAft>
              <a:buAutoNum type="arabicPeriod"/>
            </a:pPr>
            <a:endParaRPr lang="en-US" sz="2200"/>
          </a:p>
          <a:p>
            <a:pPr indent="-228600">
              <a:lnSpc>
                <a:spcPct val="90000"/>
              </a:lnSpc>
              <a:spcAft>
                <a:spcPts val="600"/>
              </a:spcAft>
              <a:buAutoNum type="arabicPeriod"/>
            </a:pPr>
            <a:endParaRPr lang="en-US" sz="2200" b="1"/>
          </a:p>
        </p:txBody>
      </p:sp>
    </p:spTree>
    <p:extLst>
      <p:ext uri="{BB962C8B-B14F-4D97-AF65-F5344CB8AC3E}">
        <p14:creationId xmlns:p14="http://schemas.microsoft.com/office/powerpoint/2010/main" val="813555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179A33-753F-A776-AFF9-5790F6E51939}"/>
              </a:ext>
            </a:extLst>
          </p:cNvPr>
          <p:cNvSpPr txBox="1"/>
          <p:nvPr/>
        </p:nvSpPr>
        <p:spPr>
          <a:xfrm>
            <a:off x="215200" y="1602173"/>
            <a:ext cx="5883351" cy="3639289"/>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spcAft>
                <a:spcPts val="600"/>
              </a:spcAft>
            </a:pPr>
            <a:r>
              <a:rPr lang="en-US" sz="3600" b="1" dirty="0">
                <a:solidFill>
                  <a:schemeClr val="tx2"/>
                </a:solidFill>
              </a:rPr>
              <a:t>Problem Solution</a:t>
            </a:r>
            <a:endParaRPr lang="en-US" sz="2800" b="1" dirty="0">
              <a:solidFill>
                <a:schemeClr val="tx2"/>
              </a:solidFill>
            </a:endParaRPr>
          </a:p>
          <a:p>
            <a:pPr indent="-228600">
              <a:lnSpc>
                <a:spcPct val="90000"/>
              </a:lnSpc>
              <a:spcAft>
                <a:spcPts val="600"/>
              </a:spcAft>
              <a:buAutoNum type="arabicPeriod"/>
            </a:pPr>
            <a:endParaRPr lang="en-US" sz="2800" dirty="0">
              <a:solidFill>
                <a:schemeClr val="tx2"/>
              </a:solidFill>
            </a:endParaRPr>
          </a:p>
          <a:p>
            <a:pPr marL="685800" indent="-457200">
              <a:lnSpc>
                <a:spcPct val="90000"/>
              </a:lnSpc>
              <a:spcAft>
                <a:spcPts val="600"/>
              </a:spcAft>
              <a:buAutoNum type="arabicPeriod"/>
            </a:pPr>
            <a:r>
              <a:rPr lang="en-US" sz="2400" dirty="0">
                <a:solidFill>
                  <a:schemeClr val="tx2"/>
                </a:solidFill>
              </a:rPr>
              <a:t>Our Machine Learning model calculates all the parameters given and predicts if the applicant is eligible for loan or not in very less time.</a:t>
            </a:r>
          </a:p>
          <a:p>
            <a:pPr marL="685800" indent="-457200">
              <a:lnSpc>
                <a:spcPct val="90000"/>
              </a:lnSpc>
              <a:spcAft>
                <a:spcPts val="600"/>
              </a:spcAft>
              <a:buAutoNum type="arabicPeriod"/>
            </a:pPr>
            <a:endParaRPr lang="en-US" sz="2400" dirty="0">
              <a:solidFill>
                <a:schemeClr val="tx2"/>
              </a:solidFill>
            </a:endParaRPr>
          </a:p>
          <a:p>
            <a:pPr marL="685800" indent="-457200">
              <a:lnSpc>
                <a:spcPct val="90000"/>
              </a:lnSpc>
              <a:spcAft>
                <a:spcPts val="600"/>
              </a:spcAft>
              <a:buAutoNum type="arabicPeriod"/>
            </a:pPr>
            <a:r>
              <a:rPr lang="en-US" sz="2400" dirty="0">
                <a:solidFill>
                  <a:schemeClr val="tx2"/>
                </a:solidFill>
              </a:rPr>
              <a:t>Time required for verification and validation reduces significantly.</a:t>
            </a:r>
            <a:endParaRPr lang="en-US">
              <a:solidFill>
                <a:schemeClr val="tx2"/>
              </a:solidFill>
            </a:endParaRPr>
          </a:p>
          <a:p>
            <a:pPr indent="-228600">
              <a:lnSpc>
                <a:spcPct val="90000"/>
              </a:lnSpc>
              <a:spcAft>
                <a:spcPts val="600"/>
              </a:spcAft>
              <a:buAutoNum type="arabicPeriod"/>
            </a:pPr>
            <a:endParaRPr lang="en-US">
              <a:solidFill>
                <a:schemeClr val="tx2"/>
              </a:solidFill>
            </a:endParaRPr>
          </a:p>
          <a:p>
            <a:pPr indent="-228600">
              <a:lnSpc>
                <a:spcPct val="90000"/>
              </a:lnSpc>
              <a:spcAft>
                <a:spcPts val="600"/>
              </a:spcAft>
              <a:buAutoNum type="arabicPeriod"/>
            </a:pPr>
            <a:endParaRPr lang="en-US" b="1">
              <a:solidFill>
                <a:schemeClr val="tx2"/>
              </a:solidFill>
            </a:endParaRPr>
          </a:p>
        </p:txBody>
      </p:sp>
      <p:grpSp>
        <p:nvGrpSpPr>
          <p:cNvPr id="15" name="Group 14">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6" name="Freeform: Shape 15">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Graphic 7" descr="Calculator">
            <a:extLst>
              <a:ext uri="{FF2B5EF4-FFF2-40B4-BE49-F238E27FC236}">
                <a16:creationId xmlns:a16="http://schemas.microsoft.com/office/drawing/2014/main" id="{325FB7BD-D29E-6081-26C1-60A64F0F63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16177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A618C6-D1DF-AE04-A40E-68106954F96B}"/>
              </a:ext>
            </a:extLst>
          </p:cNvPr>
          <p:cNvSpPr txBox="1"/>
          <p:nvPr/>
        </p:nvSpPr>
        <p:spPr>
          <a:xfrm>
            <a:off x="833119" y="1122363"/>
            <a:ext cx="4497887" cy="238760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5400" b="1" kern="1200">
                <a:solidFill>
                  <a:schemeClr val="tx1"/>
                </a:solidFill>
                <a:latin typeface="+mj-lt"/>
                <a:ea typeface="+mj-ea"/>
                <a:cs typeface="+mj-cs"/>
              </a:rPr>
              <a:t>Software Used</a:t>
            </a:r>
          </a:p>
        </p:txBody>
      </p:sp>
      <p:pic>
        <p:nvPicPr>
          <p:cNvPr id="13" name="Picture 12" descr="Matplotlib - Python Library - Studyopedia">
            <a:extLst>
              <a:ext uri="{FF2B5EF4-FFF2-40B4-BE49-F238E27FC236}">
                <a16:creationId xmlns:a16="http://schemas.microsoft.com/office/drawing/2014/main" id="{3AD1CAC8-3F8C-5E67-E145-23B561FC9480}"/>
              </a:ext>
            </a:extLst>
          </p:cNvPr>
          <p:cNvPicPr>
            <a:picLocks noChangeAspect="1"/>
          </p:cNvPicPr>
          <p:nvPr/>
        </p:nvPicPr>
        <p:blipFill>
          <a:blip r:embed="rId3"/>
          <a:stretch>
            <a:fillRect/>
          </a:stretch>
        </p:blipFill>
        <p:spPr>
          <a:xfrm>
            <a:off x="6096853" y="454066"/>
            <a:ext cx="2438262" cy="1353235"/>
          </a:xfrm>
          <a:prstGeom prst="rect">
            <a:avLst/>
          </a:prstGeom>
        </p:spPr>
      </p:pic>
      <p:pic>
        <p:nvPicPr>
          <p:cNvPr id="12" name="Picture 11" descr="NumPy logo refresh · Issue #37 · numpy/numpy.org · GitHub">
            <a:extLst>
              <a:ext uri="{FF2B5EF4-FFF2-40B4-BE49-F238E27FC236}">
                <a16:creationId xmlns:a16="http://schemas.microsoft.com/office/drawing/2014/main" id="{5221E87B-98D4-65A5-B7E2-C5EE51A2A4B9}"/>
              </a:ext>
            </a:extLst>
          </p:cNvPr>
          <p:cNvPicPr>
            <a:picLocks noChangeAspect="1"/>
          </p:cNvPicPr>
          <p:nvPr/>
        </p:nvPicPr>
        <p:blipFill>
          <a:blip r:embed="rId4"/>
          <a:stretch>
            <a:fillRect/>
          </a:stretch>
        </p:blipFill>
        <p:spPr>
          <a:xfrm>
            <a:off x="6464486" y="2557929"/>
            <a:ext cx="1702135" cy="1702135"/>
          </a:xfrm>
          <a:prstGeom prst="rect">
            <a:avLst/>
          </a:prstGeom>
        </p:spPr>
      </p:pic>
      <p:pic>
        <p:nvPicPr>
          <p:cNvPr id="7" name="Picture 6" descr="A logo on a black background&#10;&#10;AI-generated content may be incorrect.">
            <a:extLst>
              <a:ext uri="{FF2B5EF4-FFF2-40B4-BE49-F238E27FC236}">
                <a16:creationId xmlns:a16="http://schemas.microsoft.com/office/drawing/2014/main" id="{5E587249-CD77-9EBD-D459-3F4682AE44B6}"/>
              </a:ext>
            </a:extLst>
          </p:cNvPr>
          <p:cNvPicPr>
            <a:picLocks noChangeAspect="1"/>
          </p:cNvPicPr>
          <p:nvPr/>
        </p:nvPicPr>
        <p:blipFill>
          <a:blip r:embed="rId5"/>
          <a:stretch>
            <a:fillRect/>
          </a:stretch>
        </p:blipFill>
        <p:spPr>
          <a:xfrm>
            <a:off x="9492477" y="2517903"/>
            <a:ext cx="1742162" cy="1742162"/>
          </a:xfrm>
          <a:prstGeom prst="rect">
            <a:avLst/>
          </a:prstGeom>
        </p:spPr>
      </p:pic>
      <p:pic>
        <p:nvPicPr>
          <p:cNvPr id="14" name="Picture 13" descr="File:Scikit learn logo small.svg - Wikipedia">
            <a:extLst>
              <a:ext uri="{FF2B5EF4-FFF2-40B4-BE49-F238E27FC236}">
                <a16:creationId xmlns:a16="http://schemas.microsoft.com/office/drawing/2014/main" id="{93BA143D-7917-6619-2E10-9B88B5936989}"/>
              </a:ext>
            </a:extLst>
          </p:cNvPr>
          <p:cNvPicPr>
            <a:picLocks noChangeAspect="1"/>
          </p:cNvPicPr>
          <p:nvPr/>
        </p:nvPicPr>
        <p:blipFill>
          <a:blip r:embed="rId6"/>
          <a:stretch>
            <a:fillRect/>
          </a:stretch>
        </p:blipFill>
        <p:spPr>
          <a:xfrm>
            <a:off x="6096000" y="5033246"/>
            <a:ext cx="2439106" cy="1317117"/>
          </a:xfrm>
          <a:prstGeom prst="rect">
            <a:avLst/>
          </a:prstGeom>
        </p:spPr>
      </p:pic>
      <p:cxnSp>
        <p:nvCxnSpPr>
          <p:cNvPr id="55" name="Straight Connector 54">
            <a:extLst>
              <a:ext uri="{FF2B5EF4-FFF2-40B4-BE49-F238E27FC236}">
                <a16:creationId xmlns:a16="http://schemas.microsoft.com/office/drawing/2014/main" id="{DC034BB4-8B50-4484-85C4-0CE4699284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56858" y="0"/>
            <a:ext cx="0" cy="6858000"/>
          </a:xfrm>
          <a:prstGeom prst="line">
            <a:avLst/>
          </a:prstGeom>
          <a:ln w="3810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File:Visual Studio Code 1.35 icon.svg - Wikimedia Commons">
            <a:extLst>
              <a:ext uri="{FF2B5EF4-FFF2-40B4-BE49-F238E27FC236}">
                <a16:creationId xmlns:a16="http://schemas.microsoft.com/office/drawing/2014/main" id="{98D5DE50-710A-F724-C324-6E89E033930C}"/>
              </a:ext>
            </a:extLst>
          </p:cNvPr>
          <p:cNvPicPr>
            <a:picLocks noChangeAspect="1"/>
          </p:cNvPicPr>
          <p:nvPr/>
        </p:nvPicPr>
        <p:blipFill>
          <a:blip r:embed="rId7"/>
          <a:stretch>
            <a:fillRect/>
          </a:stretch>
        </p:blipFill>
        <p:spPr>
          <a:xfrm>
            <a:off x="9555238" y="321732"/>
            <a:ext cx="1617907" cy="1617907"/>
          </a:xfrm>
          <a:prstGeom prst="rect">
            <a:avLst/>
          </a:prstGeom>
        </p:spPr>
      </p:pic>
      <p:cxnSp>
        <p:nvCxnSpPr>
          <p:cNvPr id="56" name="Straight Connector 55">
            <a:extLst>
              <a:ext uri="{FF2B5EF4-FFF2-40B4-BE49-F238E27FC236}">
                <a16:creationId xmlns:a16="http://schemas.microsoft.com/office/drawing/2014/main" id="{81B200F7-B57A-4824-BB91-B6624450A5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2228770"/>
            <a:ext cx="60960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A92245C-961F-47D5-9691-272D28692D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36750" y="4581803"/>
            <a:ext cx="605525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1" name="Graphic 10" descr="Python Logo PNG Vector SVG, EPS, Ai formats (1.28 KB) Free Download">
            <a:extLst>
              <a:ext uri="{FF2B5EF4-FFF2-40B4-BE49-F238E27FC236}">
                <a16:creationId xmlns:a16="http://schemas.microsoft.com/office/drawing/2014/main" id="{C15D78EF-D6F6-4667-3972-91C6CC5A706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72125" y="4903538"/>
            <a:ext cx="1582865" cy="1576534"/>
          </a:xfrm>
          <a:prstGeom prst="rect">
            <a:avLst/>
          </a:prstGeom>
        </p:spPr>
      </p:pic>
    </p:spTree>
    <p:extLst>
      <p:ext uri="{BB962C8B-B14F-4D97-AF65-F5344CB8AC3E}">
        <p14:creationId xmlns:p14="http://schemas.microsoft.com/office/powerpoint/2010/main" val="362652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9D85731-3274-9653-C96D-59E7DF534172}"/>
              </a:ext>
            </a:extLst>
          </p:cNvPr>
          <p:cNvSpPr txBox="1"/>
          <p:nvPr/>
        </p:nvSpPr>
        <p:spPr>
          <a:xfrm>
            <a:off x="589560" y="209199"/>
            <a:ext cx="4560584" cy="1128068"/>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000" b="1">
                <a:latin typeface="+mj-lt"/>
                <a:ea typeface="+mj-ea"/>
                <a:cs typeface="+mj-cs"/>
              </a:rPr>
              <a:t>Proposed Work</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6BBF36-5AD8-6401-CF72-2647F4DF49EE}"/>
              </a:ext>
            </a:extLst>
          </p:cNvPr>
          <p:cNvSpPr txBox="1"/>
          <p:nvPr/>
        </p:nvSpPr>
        <p:spPr>
          <a:xfrm>
            <a:off x="360681" y="2244240"/>
            <a:ext cx="5321425" cy="4497168"/>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spcAft>
                <a:spcPts val="600"/>
              </a:spcAft>
            </a:pPr>
            <a:r>
              <a:rPr lang="en-US" sz="1600" b="1" dirty="0"/>
              <a:t>1)Data Collection-One</a:t>
            </a:r>
            <a:r>
              <a:rPr lang="en-US" sz="1600" dirty="0"/>
              <a:t> CSV file is used for this Project.</a:t>
            </a:r>
            <a:endParaRPr lang="en-US"/>
          </a:p>
          <a:p>
            <a:pPr>
              <a:lnSpc>
                <a:spcPct val="90000"/>
              </a:lnSpc>
              <a:spcAft>
                <a:spcPts val="600"/>
              </a:spcAft>
            </a:pPr>
            <a:endParaRPr lang="en-US" sz="1600" b="1" dirty="0"/>
          </a:p>
          <a:p>
            <a:pPr>
              <a:lnSpc>
                <a:spcPct val="90000"/>
              </a:lnSpc>
              <a:spcAft>
                <a:spcPts val="600"/>
              </a:spcAft>
            </a:pPr>
            <a:r>
              <a:rPr lang="en-US" sz="1600" b="1" dirty="0"/>
              <a:t>2) Analyzing Data</a:t>
            </a:r>
            <a:r>
              <a:rPr lang="en-US" sz="1600" dirty="0"/>
              <a:t> Analyzing what kind of data we are dealing with.</a:t>
            </a:r>
          </a:p>
          <a:p>
            <a:pPr>
              <a:lnSpc>
                <a:spcPct val="90000"/>
              </a:lnSpc>
              <a:spcAft>
                <a:spcPts val="600"/>
              </a:spcAft>
            </a:pPr>
            <a:endParaRPr lang="en-US" sz="1600" dirty="0"/>
          </a:p>
          <a:p>
            <a:pPr>
              <a:lnSpc>
                <a:spcPct val="90000"/>
              </a:lnSpc>
              <a:spcAft>
                <a:spcPts val="600"/>
              </a:spcAft>
            </a:pPr>
            <a:r>
              <a:rPr lang="en-US" sz="1600" b="1" dirty="0"/>
              <a:t>3)Data Cleaning</a:t>
            </a:r>
            <a:r>
              <a:rPr lang="en-US" sz="1600" dirty="0"/>
              <a:t>-Cleaning the Data of any null values, if present.</a:t>
            </a:r>
          </a:p>
          <a:p>
            <a:pPr>
              <a:lnSpc>
                <a:spcPct val="90000"/>
              </a:lnSpc>
              <a:spcAft>
                <a:spcPts val="600"/>
              </a:spcAft>
            </a:pPr>
            <a:endParaRPr lang="en-US" sz="1600" dirty="0"/>
          </a:p>
          <a:p>
            <a:pPr>
              <a:lnSpc>
                <a:spcPct val="90000"/>
              </a:lnSpc>
              <a:spcAft>
                <a:spcPts val="600"/>
              </a:spcAft>
            </a:pPr>
            <a:r>
              <a:rPr lang="en-US" sz="1600" b="1" dirty="0"/>
              <a:t>4)Model Building- </a:t>
            </a:r>
            <a:r>
              <a:rPr lang="en-US" sz="1600" dirty="0"/>
              <a:t>After analyzing and cleaning the data we can build ML models.</a:t>
            </a:r>
          </a:p>
          <a:p>
            <a:pPr>
              <a:lnSpc>
                <a:spcPct val="90000"/>
              </a:lnSpc>
              <a:spcAft>
                <a:spcPts val="600"/>
              </a:spcAft>
            </a:pPr>
            <a:endParaRPr lang="en-US" sz="1600" dirty="0"/>
          </a:p>
          <a:p>
            <a:pPr>
              <a:lnSpc>
                <a:spcPct val="90000"/>
              </a:lnSpc>
              <a:spcAft>
                <a:spcPts val="600"/>
              </a:spcAft>
            </a:pPr>
            <a:r>
              <a:rPr lang="en-US" sz="1600" b="1" dirty="0"/>
              <a:t>5)Evaluating Performance Metrics of Models</a:t>
            </a:r>
            <a:r>
              <a:rPr lang="en-US" sz="1600" dirty="0"/>
              <a:t>- Evaluating which ML model works best &amp; tuning it.</a:t>
            </a:r>
          </a:p>
          <a:p>
            <a:pPr>
              <a:lnSpc>
                <a:spcPct val="90000"/>
              </a:lnSpc>
              <a:spcAft>
                <a:spcPts val="600"/>
              </a:spcAft>
            </a:pPr>
            <a:r>
              <a:rPr lang="en-US" sz="1600" b="1" dirty="0"/>
              <a:t>6) Exporting the model</a:t>
            </a:r>
            <a:r>
              <a:rPr lang="en-US" sz="1600" dirty="0"/>
              <a:t> and building the User Interface/Web app using HTML5 &amp; Tailwind CSS.</a:t>
            </a:r>
          </a:p>
          <a:p>
            <a:pPr>
              <a:lnSpc>
                <a:spcPct val="90000"/>
              </a:lnSpc>
              <a:spcAft>
                <a:spcPts val="600"/>
              </a:spcAft>
            </a:pPr>
            <a:r>
              <a:rPr lang="en-US" sz="1600" b="1" dirty="0"/>
              <a:t>7) Writing the backend </a:t>
            </a:r>
            <a:r>
              <a:rPr lang="en-US" sz="1600" dirty="0"/>
              <a:t>Server Script Using Python3.</a:t>
            </a:r>
          </a:p>
          <a:p>
            <a:pPr>
              <a:lnSpc>
                <a:spcPct val="90000"/>
              </a:lnSpc>
              <a:spcAft>
                <a:spcPts val="600"/>
              </a:spcAft>
            </a:pPr>
            <a:r>
              <a:rPr lang="en-US" sz="1600" b="1" dirty="0"/>
              <a:t>8) Connecting Model</a:t>
            </a:r>
            <a:r>
              <a:rPr lang="en-US" sz="1600" dirty="0"/>
              <a:t>, backend &amp; frontend.</a:t>
            </a:r>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data processing process&#10;&#10;AI-generated content may be incorrect.">
            <a:extLst>
              <a:ext uri="{FF2B5EF4-FFF2-40B4-BE49-F238E27FC236}">
                <a16:creationId xmlns:a16="http://schemas.microsoft.com/office/drawing/2014/main" id="{8F2346C8-89FB-15E5-C3F1-755B52E41873}"/>
              </a:ext>
            </a:extLst>
          </p:cNvPr>
          <p:cNvPicPr>
            <a:picLocks noChangeAspect="1"/>
          </p:cNvPicPr>
          <p:nvPr/>
        </p:nvPicPr>
        <p:blipFill>
          <a:blip r:embed="rId3"/>
          <a:srcRect r="3" b="16878"/>
          <a:stretch/>
        </p:blipFill>
        <p:spPr>
          <a:xfrm>
            <a:off x="5977788" y="511805"/>
            <a:ext cx="5468542" cy="5848767"/>
          </a:xfrm>
          <a:prstGeom prst="rect">
            <a:avLst/>
          </a:prstGeom>
        </p:spPr>
      </p:pic>
    </p:spTree>
    <p:extLst>
      <p:ext uri="{BB962C8B-B14F-4D97-AF65-F5344CB8AC3E}">
        <p14:creationId xmlns:p14="http://schemas.microsoft.com/office/powerpoint/2010/main" val="576234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B28029-DCB6-C56C-1E2A-1F30310117F4}"/>
              </a:ext>
            </a:extLst>
          </p:cNvPr>
          <p:cNvSpPr txBox="1"/>
          <p:nvPr/>
        </p:nvSpPr>
        <p:spPr>
          <a:xfrm>
            <a:off x="599842" y="523370"/>
            <a:ext cx="466976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t>Models Accuracy</a:t>
            </a:r>
          </a:p>
        </p:txBody>
      </p:sp>
      <p:graphicFrame>
        <p:nvGraphicFramePr>
          <p:cNvPr id="3" name="Table 2">
            <a:extLst>
              <a:ext uri="{FF2B5EF4-FFF2-40B4-BE49-F238E27FC236}">
                <a16:creationId xmlns:a16="http://schemas.microsoft.com/office/drawing/2014/main" id="{91137BAB-C90A-96E0-C2B3-7FBF88BC4F27}"/>
              </a:ext>
            </a:extLst>
          </p:cNvPr>
          <p:cNvGraphicFramePr>
            <a:graphicFrameLocks noGrp="1"/>
          </p:cNvGraphicFramePr>
          <p:nvPr>
            <p:extLst>
              <p:ext uri="{D42A27DB-BD31-4B8C-83A1-F6EECF244321}">
                <p14:modId xmlns:p14="http://schemas.microsoft.com/office/powerpoint/2010/main" val="1840143183"/>
              </p:ext>
            </p:extLst>
          </p:nvPr>
        </p:nvGraphicFramePr>
        <p:xfrm>
          <a:off x="1752888" y="2433282"/>
          <a:ext cx="8168638" cy="2225040"/>
        </p:xfrm>
        <a:graphic>
          <a:graphicData uri="http://schemas.openxmlformats.org/drawingml/2006/table">
            <a:tbl>
              <a:tblPr firstRow="1" bandRow="1">
                <a:tableStyleId>{5C22544A-7EE6-4342-B048-85BDC9FD1C3A}</a:tableStyleId>
              </a:tblPr>
              <a:tblGrid>
                <a:gridCol w="930728">
                  <a:extLst>
                    <a:ext uri="{9D8B030D-6E8A-4147-A177-3AD203B41FA5}">
                      <a16:colId xmlns:a16="http://schemas.microsoft.com/office/drawing/2014/main" val="3433593260"/>
                    </a:ext>
                  </a:extLst>
                </a:gridCol>
                <a:gridCol w="4515031">
                  <a:extLst>
                    <a:ext uri="{9D8B030D-6E8A-4147-A177-3AD203B41FA5}">
                      <a16:colId xmlns:a16="http://schemas.microsoft.com/office/drawing/2014/main" val="299666481"/>
                    </a:ext>
                  </a:extLst>
                </a:gridCol>
                <a:gridCol w="2722879">
                  <a:extLst>
                    <a:ext uri="{9D8B030D-6E8A-4147-A177-3AD203B41FA5}">
                      <a16:colId xmlns:a16="http://schemas.microsoft.com/office/drawing/2014/main" val="1059732939"/>
                    </a:ext>
                  </a:extLst>
                </a:gridCol>
              </a:tblGrid>
              <a:tr h="370840">
                <a:tc>
                  <a:txBody>
                    <a:bodyPr/>
                    <a:lstStyle/>
                    <a:p>
                      <a:r>
                        <a:rPr lang="en-US" dirty="0"/>
                        <a:t>S/N</a:t>
                      </a:r>
                    </a:p>
                  </a:txBody>
                  <a:tcPr/>
                </a:tc>
                <a:tc>
                  <a:txBody>
                    <a:bodyPr/>
                    <a:lstStyle/>
                    <a:p>
                      <a:r>
                        <a:rPr lang="en-US" dirty="0"/>
                        <a:t>Model</a:t>
                      </a:r>
                    </a:p>
                  </a:txBody>
                  <a:tcPr/>
                </a:tc>
                <a:tc>
                  <a:txBody>
                    <a:bodyPr/>
                    <a:lstStyle/>
                    <a:p>
                      <a:r>
                        <a:rPr lang="en-US" dirty="0"/>
                        <a:t>Accuracy</a:t>
                      </a:r>
                    </a:p>
                  </a:txBody>
                  <a:tcPr/>
                </a:tc>
                <a:extLst>
                  <a:ext uri="{0D108BD9-81ED-4DB2-BD59-A6C34878D82A}">
                    <a16:rowId xmlns:a16="http://schemas.microsoft.com/office/drawing/2014/main" val="2001625136"/>
                  </a:ext>
                </a:extLst>
              </a:tr>
              <a:tr h="370840">
                <a:tc>
                  <a:txBody>
                    <a:bodyPr/>
                    <a:lstStyle/>
                    <a:p>
                      <a:r>
                        <a:rPr lang="en-US" dirty="0"/>
                        <a:t>0</a:t>
                      </a:r>
                    </a:p>
                  </a:txBody>
                  <a:tcPr/>
                </a:tc>
                <a:tc>
                  <a:txBody>
                    <a:bodyPr/>
                    <a:lstStyle/>
                    <a:p>
                      <a:r>
                        <a:rPr lang="en-US" dirty="0"/>
                        <a:t>Light GBM</a:t>
                      </a:r>
                    </a:p>
                  </a:txBody>
                  <a:tcPr/>
                </a:tc>
                <a:tc>
                  <a:txBody>
                    <a:bodyPr/>
                    <a:lstStyle/>
                    <a:p>
                      <a:r>
                        <a:rPr lang="en-US" dirty="0"/>
                        <a:t>73.050847</a:t>
                      </a:r>
                    </a:p>
                  </a:txBody>
                  <a:tcPr/>
                </a:tc>
                <a:extLst>
                  <a:ext uri="{0D108BD9-81ED-4DB2-BD59-A6C34878D82A}">
                    <a16:rowId xmlns:a16="http://schemas.microsoft.com/office/drawing/2014/main" val="3627613584"/>
                  </a:ext>
                </a:extLst>
              </a:tr>
              <a:tr h="370840">
                <a:tc>
                  <a:txBody>
                    <a:bodyPr/>
                    <a:lstStyle/>
                    <a:p>
                      <a:r>
                        <a:rPr lang="en-US" dirty="0"/>
                        <a:t>1</a:t>
                      </a:r>
                    </a:p>
                  </a:txBody>
                  <a:tcPr/>
                </a:tc>
                <a:tc>
                  <a:txBody>
                    <a:bodyPr/>
                    <a:lstStyle/>
                    <a:p>
                      <a:r>
                        <a:rPr lang="en-US" dirty="0"/>
                        <a:t>GradientBoosting</a:t>
                      </a:r>
                    </a:p>
                  </a:txBody>
                  <a:tcPr/>
                </a:tc>
                <a:tc>
                  <a:txBody>
                    <a:bodyPr/>
                    <a:lstStyle/>
                    <a:p>
                      <a:r>
                        <a:rPr lang="en-US" dirty="0"/>
                        <a:t>72.602906</a:t>
                      </a:r>
                    </a:p>
                  </a:txBody>
                  <a:tcPr/>
                </a:tc>
                <a:extLst>
                  <a:ext uri="{0D108BD9-81ED-4DB2-BD59-A6C34878D82A}">
                    <a16:rowId xmlns:a16="http://schemas.microsoft.com/office/drawing/2014/main" val="3388987766"/>
                  </a:ext>
                </a:extLst>
              </a:tr>
              <a:tr h="370840">
                <a:tc>
                  <a:txBody>
                    <a:bodyPr/>
                    <a:lstStyle/>
                    <a:p>
                      <a:r>
                        <a:rPr lang="en-US" dirty="0"/>
                        <a:t>2</a:t>
                      </a:r>
                    </a:p>
                  </a:txBody>
                  <a:tcPr/>
                </a:tc>
                <a:tc>
                  <a:txBody>
                    <a:bodyPr/>
                    <a:lstStyle/>
                    <a:p>
                      <a:r>
                        <a:rPr lang="en-US" dirty="0"/>
                        <a:t>XGBoost</a:t>
                      </a:r>
                    </a:p>
                  </a:txBody>
                  <a:tcPr/>
                </a:tc>
                <a:tc>
                  <a:txBody>
                    <a:bodyPr/>
                    <a:lstStyle/>
                    <a:p>
                      <a:r>
                        <a:rPr lang="en-US" dirty="0"/>
                        <a:t>71.404358</a:t>
                      </a:r>
                    </a:p>
                  </a:txBody>
                  <a:tcPr/>
                </a:tc>
                <a:extLst>
                  <a:ext uri="{0D108BD9-81ED-4DB2-BD59-A6C34878D82A}">
                    <a16:rowId xmlns:a16="http://schemas.microsoft.com/office/drawing/2014/main" val="932740176"/>
                  </a:ext>
                </a:extLst>
              </a:tr>
              <a:tr h="370840">
                <a:tc>
                  <a:txBody>
                    <a:bodyPr/>
                    <a:lstStyle/>
                    <a:p>
                      <a:r>
                        <a:rPr lang="en-US" dirty="0"/>
                        <a:t>3</a:t>
                      </a:r>
                    </a:p>
                  </a:txBody>
                  <a:tcPr/>
                </a:tc>
                <a:tc>
                  <a:txBody>
                    <a:bodyPr/>
                    <a:lstStyle/>
                    <a:p>
                      <a:r>
                        <a:rPr lang="en-US" dirty="0"/>
                        <a:t>RandomForest Classifier</a:t>
                      </a:r>
                    </a:p>
                  </a:txBody>
                  <a:tcPr/>
                </a:tc>
                <a:tc>
                  <a:txBody>
                    <a:bodyPr/>
                    <a:lstStyle/>
                    <a:p>
                      <a:r>
                        <a:rPr lang="en-US" dirty="0"/>
                        <a:t>69.588378</a:t>
                      </a:r>
                    </a:p>
                  </a:txBody>
                  <a:tcPr/>
                </a:tc>
                <a:extLst>
                  <a:ext uri="{0D108BD9-81ED-4DB2-BD59-A6C34878D82A}">
                    <a16:rowId xmlns:a16="http://schemas.microsoft.com/office/drawing/2014/main" val="2629233102"/>
                  </a:ext>
                </a:extLst>
              </a:tr>
              <a:tr h="370840">
                <a:tc>
                  <a:txBody>
                    <a:bodyPr/>
                    <a:lstStyle/>
                    <a:p>
                      <a:r>
                        <a:rPr lang="en-US" dirty="0"/>
                        <a:t>4</a:t>
                      </a:r>
                    </a:p>
                  </a:txBody>
                  <a:tcPr/>
                </a:tc>
                <a:tc>
                  <a:txBody>
                    <a:bodyPr/>
                    <a:lstStyle/>
                    <a:p>
                      <a:r>
                        <a:rPr lang="en-US" dirty="0"/>
                        <a:t>DecisionTree Classifier</a:t>
                      </a:r>
                    </a:p>
                  </a:txBody>
                  <a:tcPr/>
                </a:tc>
                <a:tc>
                  <a:txBody>
                    <a:bodyPr/>
                    <a:lstStyle/>
                    <a:p>
                      <a:r>
                        <a:rPr lang="en-US" dirty="0"/>
                        <a:t>69.152542</a:t>
                      </a:r>
                    </a:p>
                  </a:txBody>
                  <a:tcPr/>
                </a:tc>
                <a:extLst>
                  <a:ext uri="{0D108BD9-81ED-4DB2-BD59-A6C34878D82A}">
                    <a16:rowId xmlns:a16="http://schemas.microsoft.com/office/drawing/2014/main" val="3119029002"/>
                  </a:ext>
                </a:extLst>
              </a:tr>
            </a:tbl>
          </a:graphicData>
        </a:graphic>
      </p:graphicFrame>
      <p:sp>
        <p:nvSpPr>
          <p:cNvPr id="4" name="TextBox 3">
            <a:extLst>
              <a:ext uri="{FF2B5EF4-FFF2-40B4-BE49-F238E27FC236}">
                <a16:creationId xmlns:a16="http://schemas.microsoft.com/office/drawing/2014/main" id="{FA5F1140-15EA-7FB5-CCB8-E911C74C4ACB}"/>
              </a:ext>
            </a:extLst>
          </p:cNvPr>
          <p:cNvSpPr txBox="1"/>
          <p:nvPr/>
        </p:nvSpPr>
        <p:spPr>
          <a:xfrm>
            <a:off x="2709396" y="5338577"/>
            <a:ext cx="732957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t>We got our highest accuracy from LightGBM, Which is 73.05%</a:t>
            </a:r>
          </a:p>
        </p:txBody>
      </p:sp>
    </p:spTree>
    <p:extLst>
      <p:ext uri="{BB962C8B-B14F-4D97-AF65-F5344CB8AC3E}">
        <p14:creationId xmlns:p14="http://schemas.microsoft.com/office/powerpoint/2010/main" val="1041689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3FCE932-0F06-A179-87CB-F14D1D6E8191}"/>
              </a:ext>
            </a:extLst>
          </p:cNvPr>
          <p:cNvSpPr txBox="1"/>
          <p:nvPr/>
        </p:nvSpPr>
        <p:spPr>
          <a:xfrm>
            <a:off x="804672" y="802955"/>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b="1" kern="1200">
                <a:solidFill>
                  <a:schemeClr val="tx2"/>
                </a:solidFill>
                <a:latin typeface="+mj-lt"/>
                <a:ea typeface="+mj-ea"/>
                <a:cs typeface="+mj-cs"/>
              </a:rPr>
              <a:t>Light GBM Classifier</a:t>
            </a:r>
          </a:p>
        </p:txBody>
      </p:sp>
      <p:sp>
        <p:nvSpPr>
          <p:cNvPr id="3" name="TextBox 2">
            <a:extLst>
              <a:ext uri="{FF2B5EF4-FFF2-40B4-BE49-F238E27FC236}">
                <a16:creationId xmlns:a16="http://schemas.microsoft.com/office/drawing/2014/main" id="{4DBE97CA-F9C8-C1F9-6AB4-984E1F14424F}"/>
              </a:ext>
            </a:extLst>
          </p:cNvPr>
          <p:cNvSpPr txBox="1"/>
          <p:nvPr/>
        </p:nvSpPr>
        <p:spPr>
          <a:xfrm>
            <a:off x="804672" y="2421682"/>
            <a:ext cx="4977578" cy="3639289"/>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spcAft>
                <a:spcPts val="600"/>
              </a:spcAft>
            </a:pPr>
            <a:r>
              <a:rPr lang="en-US" sz="2400" dirty="0"/>
              <a:t>LightGBM is a gradient boosting framework used for both classification and regression tasks in machine learning, particularly effective with large datasets. It leverages decision tree algorithms and offers advantages like faster training speed, higher efficiency, and lower memory usage compared to traditional gradient boosting methods.</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Statistics">
            <a:extLst>
              <a:ext uri="{FF2B5EF4-FFF2-40B4-BE49-F238E27FC236}">
                <a16:creationId xmlns:a16="http://schemas.microsoft.com/office/drawing/2014/main" id="{1AFC063F-1389-3F6E-ADC5-DA57C26EF6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2554747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9070FC2-B631-66A5-2422-C7D14FE4933F}"/>
              </a:ext>
            </a:extLst>
          </p:cNvPr>
          <p:cNvSpPr txBox="1"/>
          <p:nvPr/>
        </p:nvSpPr>
        <p:spPr>
          <a:xfrm>
            <a:off x="599609" y="679731"/>
            <a:ext cx="4171994" cy="373654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6000" b="1" kern="1200">
                <a:solidFill>
                  <a:schemeClr val="tx1"/>
                </a:solidFill>
                <a:latin typeface="+mj-lt"/>
                <a:ea typeface="+mj-ea"/>
                <a:cs typeface="+mj-cs"/>
              </a:rPr>
              <a:t>User Interface (UI)</a:t>
            </a:r>
          </a:p>
        </p:txBody>
      </p:sp>
      <p:sp>
        <p:nvSpPr>
          <p:cNvPr id="5" name="TextBox 4">
            <a:extLst>
              <a:ext uri="{FF2B5EF4-FFF2-40B4-BE49-F238E27FC236}">
                <a16:creationId xmlns:a16="http://schemas.microsoft.com/office/drawing/2014/main" id="{7DB112AB-848E-E6E8-3556-EB0C963933ED}"/>
              </a:ext>
            </a:extLst>
          </p:cNvPr>
          <p:cNvSpPr txBox="1"/>
          <p:nvPr/>
        </p:nvSpPr>
        <p:spPr>
          <a:xfrm>
            <a:off x="599609" y="4685288"/>
            <a:ext cx="4171994" cy="1035781"/>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90000"/>
              </a:lnSpc>
              <a:spcBef>
                <a:spcPts val="1000"/>
              </a:spcBef>
            </a:pPr>
            <a:r>
              <a:rPr lang="en-US" sz="2200" kern="1200">
                <a:solidFill>
                  <a:schemeClr val="tx1"/>
                </a:solidFill>
                <a:latin typeface="+mn-lt"/>
                <a:ea typeface="+mn-ea"/>
                <a:cs typeface="+mn-cs"/>
              </a:rPr>
              <a:t>Our user interface is responsive and compatible with all screen sizes</a:t>
            </a:r>
          </a:p>
        </p:txBody>
      </p:sp>
      <p:grpSp>
        <p:nvGrpSpPr>
          <p:cNvPr id="23" name="Group 22">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24" name="Straight Connector 23">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 shot of a application form&#10;&#10;AI-generated content may be incorrect.">
            <a:extLst>
              <a:ext uri="{FF2B5EF4-FFF2-40B4-BE49-F238E27FC236}">
                <a16:creationId xmlns:a16="http://schemas.microsoft.com/office/drawing/2014/main" id="{C52D60E1-71A9-ADF8-3D76-C66E7C72AAC2}"/>
              </a:ext>
            </a:extLst>
          </p:cNvPr>
          <p:cNvPicPr>
            <a:picLocks noChangeAspect="1"/>
          </p:cNvPicPr>
          <p:nvPr/>
        </p:nvPicPr>
        <p:blipFill>
          <a:blip r:embed="rId2"/>
          <a:stretch>
            <a:fillRect/>
          </a:stretch>
        </p:blipFill>
        <p:spPr>
          <a:xfrm>
            <a:off x="5640572" y="618374"/>
            <a:ext cx="5608830" cy="5510675"/>
          </a:xfrm>
          <a:prstGeom prst="rect">
            <a:avLst/>
          </a:prstGeom>
        </p:spPr>
      </p:pic>
    </p:spTree>
    <p:extLst>
      <p:ext uri="{BB962C8B-B14F-4D97-AF65-F5344CB8AC3E}">
        <p14:creationId xmlns:p14="http://schemas.microsoft.com/office/powerpoint/2010/main" val="3787060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880BE5-A8FA-4A7F-D23D-591BE9D04046}"/>
              </a:ext>
            </a:extLst>
          </p:cNvPr>
          <p:cNvSpPr txBox="1"/>
          <p:nvPr/>
        </p:nvSpPr>
        <p:spPr>
          <a:xfrm>
            <a:off x="633180" y="446943"/>
            <a:ext cx="334704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b="1" dirty="0"/>
              <a:t>Working</a:t>
            </a:r>
          </a:p>
        </p:txBody>
      </p:sp>
      <p:sp>
        <p:nvSpPr>
          <p:cNvPr id="3" name="TextBox 2">
            <a:extLst>
              <a:ext uri="{FF2B5EF4-FFF2-40B4-BE49-F238E27FC236}">
                <a16:creationId xmlns:a16="http://schemas.microsoft.com/office/drawing/2014/main" id="{DFFDA9AB-67C1-58AA-015C-6B831C492C6D}"/>
              </a:ext>
            </a:extLst>
          </p:cNvPr>
          <p:cNvSpPr txBox="1"/>
          <p:nvPr/>
        </p:nvSpPr>
        <p:spPr>
          <a:xfrm>
            <a:off x="341672" y="1716465"/>
            <a:ext cx="393652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dirty="0">
                <a:solidFill>
                  <a:schemeClr val="accent6"/>
                </a:solidFill>
              </a:rPr>
              <a:t>Step 1</a:t>
            </a:r>
          </a:p>
          <a:p>
            <a:endParaRPr lang="en-US" sz="3200" dirty="0">
              <a:ea typeface="+mn-lt"/>
              <a:cs typeface="+mn-lt"/>
            </a:endParaRPr>
          </a:p>
          <a:p>
            <a:r>
              <a:rPr lang="en-US" sz="3200" dirty="0">
                <a:ea typeface="+mn-lt"/>
                <a:cs typeface="+mn-lt"/>
              </a:rPr>
              <a:t>Open the Web-app and navigate to the prediction form page where we fill our data</a:t>
            </a:r>
            <a:endParaRPr lang="en-US" sz="3200" dirty="0"/>
          </a:p>
          <a:p>
            <a:endParaRPr lang="en-US" sz="3200" dirty="0"/>
          </a:p>
        </p:txBody>
      </p:sp>
      <p:pic>
        <p:nvPicPr>
          <p:cNvPr id="5" name="Picture 4" descr="A screen shot of a application form&#10;&#10;AI-generated content may be incorrect.">
            <a:extLst>
              <a:ext uri="{FF2B5EF4-FFF2-40B4-BE49-F238E27FC236}">
                <a16:creationId xmlns:a16="http://schemas.microsoft.com/office/drawing/2014/main" id="{EDD0C10A-4935-A4EF-2CBB-930DDAFAB247}"/>
              </a:ext>
            </a:extLst>
          </p:cNvPr>
          <p:cNvPicPr>
            <a:picLocks noChangeAspect="1"/>
          </p:cNvPicPr>
          <p:nvPr/>
        </p:nvPicPr>
        <p:blipFill>
          <a:blip r:embed="rId2"/>
          <a:stretch>
            <a:fillRect/>
          </a:stretch>
        </p:blipFill>
        <p:spPr>
          <a:xfrm>
            <a:off x="5598506" y="805132"/>
            <a:ext cx="5811404" cy="5722189"/>
          </a:xfrm>
          <a:prstGeom prst="rect">
            <a:avLst/>
          </a:prstGeom>
        </p:spPr>
      </p:pic>
    </p:spTree>
    <p:extLst>
      <p:ext uri="{BB962C8B-B14F-4D97-AF65-F5344CB8AC3E}">
        <p14:creationId xmlns:p14="http://schemas.microsoft.com/office/powerpoint/2010/main" val="908913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F240BA-F36E-C66D-8285-C54AAE74E709}"/>
              </a:ext>
            </a:extLst>
          </p:cNvPr>
          <p:cNvSpPr txBox="1"/>
          <p:nvPr/>
        </p:nvSpPr>
        <p:spPr>
          <a:xfrm>
            <a:off x="702974" y="567125"/>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dirty="0"/>
              <a:t>Working...</a:t>
            </a:r>
          </a:p>
        </p:txBody>
      </p:sp>
      <p:sp>
        <p:nvSpPr>
          <p:cNvPr id="3" name="TextBox 2">
            <a:extLst>
              <a:ext uri="{FF2B5EF4-FFF2-40B4-BE49-F238E27FC236}">
                <a16:creationId xmlns:a16="http://schemas.microsoft.com/office/drawing/2014/main" id="{47E4971A-C430-383C-5965-4587C9AD1246}"/>
              </a:ext>
            </a:extLst>
          </p:cNvPr>
          <p:cNvSpPr txBox="1"/>
          <p:nvPr/>
        </p:nvSpPr>
        <p:spPr>
          <a:xfrm>
            <a:off x="343585" y="1338159"/>
            <a:ext cx="5748067"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accent6"/>
                </a:solidFill>
                <a:ea typeface="+mn-lt"/>
                <a:cs typeface="+mn-lt"/>
              </a:rPr>
              <a:t>Step 2</a:t>
            </a:r>
            <a:endParaRPr lang="en-US" sz="2800" dirty="0">
              <a:solidFill>
                <a:schemeClr val="accent6"/>
              </a:solidFill>
            </a:endParaRPr>
          </a:p>
          <a:p>
            <a:r>
              <a:rPr lang="en-US" sz="2800" dirty="0">
                <a:ea typeface="+mn-lt"/>
                <a:cs typeface="+mn-lt"/>
              </a:rPr>
              <a:t>Fill all the data in the given form and press predict button to get the prediction.</a:t>
            </a:r>
            <a:endParaRPr lang="en-US" sz="2800" dirty="0"/>
          </a:p>
        </p:txBody>
      </p:sp>
      <p:sp>
        <p:nvSpPr>
          <p:cNvPr id="4" name="TextBox 3">
            <a:extLst>
              <a:ext uri="{FF2B5EF4-FFF2-40B4-BE49-F238E27FC236}">
                <a16:creationId xmlns:a16="http://schemas.microsoft.com/office/drawing/2014/main" id="{59AF4964-9FF0-D2FF-94AD-7FB817A4576E}"/>
              </a:ext>
            </a:extLst>
          </p:cNvPr>
          <p:cNvSpPr txBox="1"/>
          <p:nvPr/>
        </p:nvSpPr>
        <p:spPr>
          <a:xfrm>
            <a:off x="476764" y="3772825"/>
            <a:ext cx="320327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chemeClr val="accent6"/>
                </a:solidFill>
              </a:rPr>
              <a:t>Step 3</a:t>
            </a:r>
            <a:br>
              <a:rPr lang="en-US" sz="2800" dirty="0"/>
            </a:br>
            <a:r>
              <a:rPr lang="en-US" sz="2800" dirty="0"/>
              <a:t>View the predicted result</a:t>
            </a:r>
          </a:p>
        </p:txBody>
      </p:sp>
      <p:pic>
        <p:nvPicPr>
          <p:cNvPr id="5" name="Picture 4" descr="A screenshot of a checklist&#10;&#10;AI-generated content may be incorrect.">
            <a:extLst>
              <a:ext uri="{FF2B5EF4-FFF2-40B4-BE49-F238E27FC236}">
                <a16:creationId xmlns:a16="http://schemas.microsoft.com/office/drawing/2014/main" id="{49A1E0AC-C437-09CA-1366-664FAE232962}"/>
              </a:ext>
            </a:extLst>
          </p:cNvPr>
          <p:cNvPicPr>
            <a:picLocks noChangeAspect="1"/>
          </p:cNvPicPr>
          <p:nvPr/>
        </p:nvPicPr>
        <p:blipFill>
          <a:blip r:embed="rId2"/>
          <a:stretch>
            <a:fillRect/>
          </a:stretch>
        </p:blipFill>
        <p:spPr>
          <a:xfrm>
            <a:off x="5453781" y="2537783"/>
            <a:ext cx="6359645" cy="3881528"/>
          </a:xfrm>
          <a:prstGeom prst="rect">
            <a:avLst/>
          </a:prstGeom>
        </p:spPr>
      </p:pic>
    </p:spTree>
    <p:extLst>
      <p:ext uri="{BB962C8B-B14F-4D97-AF65-F5344CB8AC3E}">
        <p14:creationId xmlns:p14="http://schemas.microsoft.com/office/powerpoint/2010/main" val="3460398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620F164-07DE-BC49-9A7D-3CFBDA4D967E}"/>
              </a:ext>
            </a:extLst>
          </p:cNvPr>
          <p:cNvSpPr txBox="1"/>
          <p:nvPr/>
        </p:nvSpPr>
        <p:spPr>
          <a:xfrm>
            <a:off x="804672" y="802955"/>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b="1" kern="1200">
                <a:solidFill>
                  <a:schemeClr val="tx2"/>
                </a:solidFill>
                <a:latin typeface="+mj-lt"/>
                <a:ea typeface="+mj-ea"/>
                <a:cs typeface="+mj-cs"/>
              </a:rPr>
              <a:t>Advantages</a:t>
            </a:r>
          </a:p>
        </p:txBody>
      </p:sp>
      <p:sp>
        <p:nvSpPr>
          <p:cNvPr id="3" name="TextBox 2">
            <a:extLst>
              <a:ext uri="{FF2B5EF4-FFF2-40B4-BE49-F238E27FC236}">
                <a16:creationId xmlns:a16="http://schemas.microsoft.com/office/drawing/2014/main" id="{90BC27EF-CA95-33A4-17D0-CC2F420B6652}"/>
              </a:ext>
            </a:extLst>
          </p:cNvPr>
          <p:cNvSpPr txBox="1"/>
          <p:nvPr/>
        </p:nvSpPr>
        <p:spPr>
          <a:xfrm>
            <a:off x="114559" y="2421682"/>
            <a:ext cx="6257162" cy="3639289"/>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90000"/>
              </a:lnSpc>
              <a:spcAft>
                <a:spcPts val="600"/>
              </a:spcAft>
            </a:pPr>
            <a:r>
              <a:rPr lang="en-US" sz="2000" dirty="0">
                <a:solidFill>
                  <a:schemeClr val="tx2"/>
                </a:solidFill>
              </a:rPr>
              <a:t>1) There have been number of cases of input glitches, Human errors in content while filling it manually while in automated prediction system is more secure, reliable.</a:t>
            </a:r>
            <a:endParaRPr lang="en-US" sz="2000">
              <a:solidFill>
                <a:schemeClr val="tx2"/>
              </a:solidFill>
            </a:endParaRPr>
          </a:p>
          <a:p>
            <a:pPr>
              <a:lnSpc>
                <a:spcPct val="90000"/>
              </a:lnSpc>
              <a:spcAft>
                <a:spcPts val="600"/>
              </a:spcAft>
            </a:pPr>
            <a:endParaRPr lang="en-US" sz="2000" dirty="0">
              <a:solidFill>
                <a:schemeClr val="tx2"/>
              </a:solidFill>
            </a:endParaRPr>
          </a:p>
          <a:p>
            <a:pPr>
              <a:lnSpc>
                <a:spcPct val="90000"/>
              </a:lnSpc>
              <a:spcAft>
                <a:spcPts val="600"/>
              </a:spcAft>
            </a:pPr>
            <a:r>
              <a:rPr lang="en-US" sz="2000" dirty="0">
                <a:solidFill>
                  <a:schemeClr val="tx2"/>
                </a:solidFill>
              </a:rPr>
              <a:t>2) The complexity of filing loan in banks will become much easier as an applicant will knew how much amount of loan he is viable.</a:t>
            </a:r>
          </a:p>
          <a:p>
            <a:pPr>
              <a:lnSpc>
                <a:spcPct val="90000"/>
              </a:lnSpc>
              <a:spcAft>
                <a:spcPts val="600"/>
              </a:spcAft>
            </a:pPr>
            <a:endParaRPr lang="en-US" sz="2000" dirty="0">
              <a:solidFill>
                <a:schemeClr val="tx2"/>
              </a:solidFill>
            </a:endParaRPr>
          </a:p>
          <a:p>
            <a:pPr>
              <a:lnSpc>
                <a:spcPct val="90000"/>
              </a:lnSpc>
              <a:spcAft>
                <a:spcPts val="600"/>
              </a:spcAft>
            </a:pPr>
            <a:r>
              <a:rPr lang="en-US" sz="2000" dirty="0">
                <a:solidFill>
                  <a:schemeClr val="tx2"/>
                </a:solidFill>
              </a:rPr>
              <a:t>3) Machine learning increase the accuracy compare to old traditional system and results get displayed in polar format (yes or no).</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Stopwatch">
            <a:extLst>
              <a:ext uri="{FF2B5EF4-FFF2-40B4-BE49-F238E27FC236}">
                <a16:creationId xmlns:a16="http://schemas.microsoft.com/office/drawing/2014/main" id="{795561E7-547F-D420-7FD7-E2742DAD3A4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4063298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FA7E4D6-BDD7-2F56-D144-921399EEF985}"/>
              </a:ext>
            </a:extLst>
          </p:cNvPr>
          <p:cNvSpPr txBox="1"/>
          <p:nvPr/>
        </p:nvSpPr>
        <p:spPr>
          <a:xfrm>
            <a:off x="804672" y="802955"/>
            <a:ext cx="4977976" cy="145405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b="1" kern="1200">
                <a:solidFill>
                  <a:schemeClr val="tx2"/>
                </a:solidFill>
                <a:latin typeface="+mj-lt"/>
                <a:ea typeface="+mj-ea"/>
                <a:cs typeface="+mj-cs"/>
              </a:rPr>
              <a:t>Applications</a:t>
            </a:r>
          </a:p>
        </p:txBody>
      </p:sp>
      <p:sp>
        <p:nvSpPr>
          <p:cNvPr id="3" name="TextBox 2">
            <a:extLst>
              <a:ext uri="{FF2B5EF4-FFF2-40B4-BE49-F238E27FC236}">
                <a16:creationId xmlns:a16="http://schemas.microsoft.com/office/drawing/2014/main" id="{D9EEBDFC-C207-3ADD-4ACA-9399F8DE00A0}"/>
              </a:ext>
            </a:extLst>
          </p:cNvPr>
          <p:cNvSpPr txBox="1"/>
          <p:nvPr/>
        </p:nvSpPr>
        <p:spPr>
          <a:xfrm>
            <a:off x="804672" y="2421682"/>
            <a:ext cx="4977578" cy="363928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dirty="0">
                <a:solidFill>
                  <a:schemeClr val="tx2"/>
                </a:solidFill>
              </a:rPr>
              <a:t>1) In Banking Sector.</a:t>
            </a:r>
          </a:p>
          <a:p>
            <a:pPr indent="-228600">
              <a:lnSpc>
                <a:spcPct val="90000"/>
              </a:lnSpc>
              <a:spcAft>
                <a:spcPts val="600"/>
              </a:spcAft>
              <a:buFont typeface="Arial" panose="020B0604020202020204" pitchFamily="34" charset="0"/>
              <a:buChar char="•"/>
            </a:pPr>
            <a:endParaRPr lang="en-US" sz="2400" dirty="0">
              <a:solidFill>
                <a:schemeClr val="tx2"/>
              </a:solidFill>
            </a:endParaRPr>
          </a:p>
          <a:p>
            <a:pPr indent="-228600">
              <a:lnSpc>
                <a:spcPct val="90000"/>
              </a:lnSpc>
              <a:spcAft>
                <a:spcPts val="600"/>
              </a:spcAft>
              <a:buFont typeface="Arial" panose="020B0604020202020204" pitchFamily="34" charset="0"/>
              <a:buChar char="•"/>
            </a:pPr>
            <a:r>
              <a:rPr lang="en-US" sz="2400" dirty="0">
                <a:solidFill>
                  <a:schemeClr val="tx2"/>
                </a:solidFill>
              </a:rPr>
              <a:t>2) Co-operate sectors which provides loans to their employees.</a:t>
            </a:r>
          </a:p>
          <a:p>
            <a:pPr indent="-228600">
              <a:lnSpc>
                <a:spcPct val="90000"/>
              </a:lnSpc>
              <a:spcAft>
                <a:spcPts val="600"/>
              </a:spcAft>
              <a:buFont typeface="Arial" panose="020B0604020202020204" pitchFamily="34" charset="0"/>
              <a:buChar char="•"/>
            </a:pPr>
            <a:endParaRPr lang="en-US" sz="2400" dirty="0">
              <a:solidFill>
                <a:schemeClr val="tx2"/>
              </a:solidFill>
            </a:endParaRPr>
          </a:p>
          <a:p>
            <a:pPr indent="-228600">
              <a:lnSpc>
                <a:spcPct val="90000"/>
              </a:lnSpc>
              <a:spcAft>
                <a:spcPts val="600"/>
              </a:spcAft>
              <a:buFont typeface="Arial" panose="020B0604020202020204" pitchFamily="34" charset="0"/>
              <a:buChar char="•"/>
            </a:pPr>
            <a:r>
              <a:rPr lang="en-US" sz="2400" dirty="0">
                <a:solidFill>
                  <a:schemeClr val="tx2"/>
                </a:solidFill>
              </a:rPr>
              <a:t>3) An individual/applicant who wants to know about his capability of taking loan.</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Bank">
            <a:extLst>
              <a:ext uri="{FF2B5EF4-FFF2-40B4-BE49-F238E27FC236}">
                <a16:creationId xmlns:a16="http://schemas.microsoft.com/office/drawing/2014/main" id="{59B9A7CA-791A-306A-AC9F-7C7F932130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274922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D87D9356-A507-CFD9-1E5C-B2B7E3038EED}"/>
              </a:ext>
            </a:extLst>
          </p:cNvPr>
          <p:cNvSpPr txBox="1"/>
          <p:nvPr/>
        </p:nvSpPr>
        <p:spPr>
          <a:xfrm>
            <a:off x="1115568" y="548640"/>
            <a:ext cx="10168128" cy="117957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000" b="1" kern="1200">
                <a:solidFill>
                  <a:schemeClr val="tx1"/>
                </a:solidFill>
                <a:latin typeface="+mj-lt"/>
                <a:ea typeface="+mj-ea"/>
                <a:cs typeface="+mj-cs"/>
              </a:rPr>
              <a:t>Conclusion and Discussion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Box 2">
            <a:extLst>
              <a:ext uri="{FF2B5EF4-FFF2-40B4-BE49-F238E27FC236}">
                <a16:creationId xmlns:a16="http://schemas.microsoft.com/office/drawing/2014/main" id="{70B8E739-CBB8-8AF1-A875-B61DF6C8C99D}"/>
              </a:ext>
            </a:extLst>
          </p:cNvPr>
          <p:cNvSpPr txBox="1"/>
          <p:nvPr/>
        </p:nvSpPr>
        <p:spPr>
          <a:xfrm>
            <a:off x="1115568" y="2481943"/>
            <a:ext cx="10168128" cy="369502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2400" dirty="0">
                <a:latin typeface="Calibri"/>
                <a:ea typeface="Calibri"/>
                <a:cs typeface="Calibri"/>
              </a:rPr>
              <a:t>The system approved or rejects the loan applications. Recovery of loans is a major contributing parameter in the financial statements of a bank. It is very difficult to predict the possibility of payment of loan by the customer. Machine Learning (ML) techniques are very useful in predicting outcomes for large amount of data. In our project, three machine learning algorithms, Logistic Regression (LR), Decision Tree (DT) and Random Forest (RF) are applied to predict the loan approval of customers. The experimental results conclude that the accuracy of Random Forest machine algorithm is better than compared to Logistic Regression and decision tree machine learning approaches.</a:t>
            </a:r>
            <a:endParaRPr lang="en-US" sz="2400">
              <a:latin typeface="Calibri"/>
              <a:ea typeface="Calibri"/>
              <a:cs typeface="Calibri"/>
            </a:endParaRPr>
          </a:p>
        </p:txBody>
      </p:sp>
    </p:spTree>
    <p:extLst>
      <p:ext uri="{BB962C8B-B14F-4D97-AF65-F5344CB8AC3E}">
        <p14:creationId xmlns:p14="http://schemas.microsoft.com/office/powerpoint/2010/main" val="3755028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1BBFEB-DECD-FA1B-2250-B1707866DC0D}"/>
              </a:ext>
            </a:extLst>
          </p:cNvPr>
          <p:cNvSpPr txBox="1"/>
          <p:nvPr/>
        </p:nvSpPr>
        <p:spPr>
          <a:xfrm>
            <a:off x="2058318" y="2309412"/>
            <a:ext cx="8077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dirty="0">
                <a:latin typeface="Candara"/>
                <a:ea typeface="STXingkai"/>
              </a:rPr>
              <a:t>Thank You for Listening!!!</a:t>
            </a:r>
          </a:p>
        </p:txBody>
      </p:sp>
      <p:sp>
        <p:nvSpPr>
          <p:cNvPr id="3" name="TextBox 2">
            <a:extLst>
              <a:ext uri="{FF2B5EF4-FFF2-40B4-BE49-F238E27FC236}">
                <a16:creationId xmlns:a16="http://schemas.microsoft.com/office/drawing/2014/main" id="{BD21D04A-BCE8-7B66-44C5-504161783536}"/>
              </a:ext>
            </a:extLst>
          </p:cNvPr>
          <p:cNvSpPr txBox="1"/>
          <p:nvPr/>
        </p:nvSpPr>
        <p:spPr>
          <a:xfrm>
            <a:off x="8876967" y="6033898"/>
            <a:ext cx="331829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stay humble </a:t>
            </a:r>
            <a:r>
              <a:rPr lang="en-US" sz="2400" b="1" dirty="0" err="1"/>
              <a:t>ehh</a:t>
            </a:r>
            <a:r>
              <a:rPr lang="en-US" sz="2400" b="1" dirty="0"/>
              <a:t>??</a:t>
            </a:r>
          </a:p>
        </p:txBody>
      </p:sp>
    </p:spTree>
    <p:extLst>
      <p:ext uri="{BB962C8B-B14F-4D97-AF65-F5344CB8AC3E}">
        <p14:creationId xmlns:p14="http://schemas.microsoft.com/office/powerpoint/2010/main" val="3470657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5</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Loan Prediction System Using Machine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979</cp:revision>
  <dcterms:created xsi:type="dcterms:W3CDTF">2025-04-19T11:23:52Z</dcterms:created>
  <dcterms:modified xsi:type="dcterms:W3CDTF">2025-04-21T21:35:44Z</dcterms:modified>
</cp:coreProperties>
</file>